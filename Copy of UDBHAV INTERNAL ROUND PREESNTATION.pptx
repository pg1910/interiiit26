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5" r:id="rId4"/>
    <p:sldId id="267" r:id="rId5"/>
    <p:sldId id="260" r:id="rId6"/>
    <p:sldId id="266" r:id="rId7"/>
    <p:sldId id="259" r:id="rId8"/>
    <p:sldId id="261" r:id="rId9"/>
    <p:sldId id="269" r:id="rId10"/>
    <p:sldId id="268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al Rounded MT Bold" panose="020F0704030504030204" pitchFamily="34" charset="0"/>
      <p:regular r:id="rId15"/>
    </p:embeddedFont>
    <p:embeddedFont>
      <p:font typeface="DM Sans Bold" panose="020B0604020202020204" charset="0"/>
      <p:regular r:id="rId16"/>
    </p:embeddedFont>
    <p:embeddedFont>
      <p:font typeface="Garamond Bold" panose="02020804030307010803" pitchFamily="18" charset="0"/>
      <p:regular r:id="rId17"/>
      <p:bold r:id="rId18"/>
    </p:embeddedFont>
    <p:embeddedFont>
      <p:font typeface="HK Grotesk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101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D01E66-DEC8-413C-8957-83F7DE07DB35}" type="doc">
      <dgm:prSet loTypeId="urn:microsoft.com/office/officeart/2005/8/layout/h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F51D24D3-40C2-4840-8727-3D0A26842A23}">
      <dgm:prSet phldrT="[Text]" custT="1"/>
      <dgm:spPr/>
      <dgm:t>
        <a:bodyPr/>
        <a:lstStyle/>
        <a:p>
          <a:r>
            <a:rPr lang="en-IN" sz="1600" dirty="0">
              <a:latin typeface="Arial Rounded MT Bold" panose="020F0704030504030204" pitchFamily="34" charset="0"/>
            </a:rPr>
            <a:t>Data Ingestion &amp; Pre-Processing</a:t>
          </a:r>
        </a:p>
      </dgm:t>
    </dgm:pt>
    <dgm:pt modelId="{BAAB455F-8292-46AF-AA0A-28EB92800518}" type="parTrans" cxnId="{08542C1B-2A39-43A8-9A76-A3B9027320B7}">
      <dgm:prSet/>
      <dgm:spPr/>
      <dgm:t>
        <a:bodyPr/>
        <a:lstStyle/>
        <a:p>
          <a:endParaRPr lang="en-IN"/>
        </a:p>
      </dgm:t>
    </dgm:pt>
    <dgm:pt modelId="{5D259FFE-55B7-47CC-8A9F-246BBC863E59}" type="sibTrans" cxnId="{08542C1B-2A39-43A8-9A76-A3B9027320B7}">
      <dgm:prSet/>
      <dgm:spPr/>
      <dgm:t>
        <a:bodyPr/>
        <a:lstStyle/>
        <a:p>
          <a:endParaRPr lang="en-IN" b="1"/>
        </a:p>
      </dgm:t>
    </dgm:pt>
    <dgm:pt modelId="{184D7219-21A9-4528-B405-7A04FAF25301}">
      <dgm:prSet phldrT="[Text]" custT="1"/>
      <dgm:spPr/>
      <dgm:t>
        <a:bodyPr/>
        <a:lstStyle/>
        <a:p>
          <a:r>
            <a:rPr lang="en-IN" sz="1800" dirty="0"/>
            <a:t>Input: Unstructured EHRs (from the MIMIC-IV dataset).</a:t>
          </a:r>
        </a:p>
      </dgm:t>
    </dgm:pt>
    <dgm:pt modelId="{3FFC9CD8-35AE-4F60-8FB7-01E7B31E9ABE}" type="parTrans" cxnId="{6254DCAA-2A9B-47E7-B196-1CCC89136975}">
      <dgm:prSet/>
      <dgm:spPr/>
      <dgm:t>
        <a:bodyPr/>
        <a:lstStyle/>
        <a:p>
          <a:endParaRPr lang="en-IN"/>
        </a:p>
      </dgm:t>
    </dgm:pt>
    <dgm:pt modelId="{F0293082-5D36-4ADA-8EA8-D6BC79C9FCC2}" type="sibTrans" cxnId="{6254DCAA-2A9B-47E7-B196-1CCC89136975}">
      <dgm:prSet/>
      <dgm:spPr/>
      <dgm:t>
        <a:bodyPr/>
        <a:lstStyle/>
        <a:p>
          <a:endParaRPr lang="en-IN"/>
        </a:p>
      </dgm:t>
    </dgm:pt>
    <dgm:pt modelId="{DD55D83E-9BBB-47E8-99EA-5FB9F1C0DD4D}">
      <dgm:prSet custT="1"/>
      <dgm:spPr/>
      <dgm:t>
        <a:bodyPr/>
        <a:lstStyle/>
        <a:p>
          <a:r>
            <a:rPr lang="en-IN" sz="1600" dirty="0">
              <a:latin typeface="Arial Rounded MT Bold" panose="020F0704030504030204" pitchFamily="34" charset="0"/>
            </a:rPr>
            <a:t>Named Entity Recognition (NER)</a:t>
          </a:r>
        </a:p>
      </dgm:t>
    </dgm:pt>
    <dgm:pt modelId="{4C495E6A-99B1-4B99-A4BF-9E7527E1BB2B}" type="parTrans" cxnId="{BC8367BE-151A-4C66-B545-7B9FE0848E67}">
      <dgm:prSet/>
      <dgm:spPr/>
      <dgm:t>
        <a:bodyPr/>
        <a:lstStyle/>
        <a:p>
          <a:endParaRPr lang="en-IN"/>
        </a:p>
      </dgm:t>
    </dgm:pt>
    <dgm:pt modelId="{887EF0BF-5D4D-459C-8402-3A24AADE6157}" type="sibTrans" cxnId="{BC8367BE-151A-4C66-B545-7B9FE0848E67}">
      <dgm:prSet/>
      <dgm:spPr/>
      <dgm:t>
        <a:bodyPr/>
        <a:lstStyle/>
        <a:p>
          <a:endParaRPr lang="en-IN" b="1"/>
        </a:p>
      </dgm:t>
    </dgm:pt>
    <dgm:pt modelId="{EAB316F2-0851-472C-BFD2-A254674726A3}">
      <dgm:prSet custT="1"/>
      <dgm:spPr/>
      <dgm:t>
        <a:bodyPr/>
        <a:lstStyle/>
        <a:p>
          <a:r>
            <a:rPr lang="en-IN" sz="1800" dirty="0"/>
            <a:t>De-identification: Remove/replace PHI with placeholders.</a:t>
          </a:r>
        </a:p>
      </dgm:t>
    </dgm:pt>
    <dgm:pt modelId="{61F8B88C-0CD0-4134-AEC8-3F03672CB59B}" type="parTrans" cxnId="{16E569C4-EDC0-4396-8E1E-72344B886487}">
      <dgm:prSet/>
      <dgm:spPr/>
      <dgm:t>
        <a:bodyPr/>
        <a:lstStyle/>
        <a:p>
          <a:endParaRPr lang="en-IN"/>
        </a:p>
      </dgm:t>
    </dgm:pt>
    <dgm:pt modelId="{4BE2AEFF-3FBD-470E-BA7F-43C5258167C3}" type="sibTrans" cxnId="{16E569C4-EDC0-4396-8E1E-72344B886487}">
      <dgm:prSet/>
      <dgm:spPr/>
      <dgm:t>
        <a:bodyPr/>
        <a:lstStyle/>
        <a:p>
          <a:endParaRPr lang="en-IN"/>
        </a:p>
      </dgm:t>
    </dgm:pt>
    <dgm:pt modelId="{E495A780-9B73-44E6-92FB-FFE2476029F8}">
      <dgm:prSet custT="1"/>
      <dgm:spPr/>
      <dgm:t>
        <a:bodyPr/>
        <a:lstStyle/>
        <a:p>
          <a:r>
            <a:rPr lang="en-IN" sz="1800" dirty="0"/>
            <a:t>Normalization &amp; Tagging: Clean text, expand abbreviations, detect headers and tables.</a:t>
          </a:r>
        </a:p>
      </dgm:t>
    </dgm:pt>
    <dgm:pt modelId="{A6CAD7C1-0B95-4D15-B8CC-35B763E951F5}" type="parTrans" cxnId="{1B7BBAB2-7EE9-4DF5-927B-7515F7A8197C}">
      <dgm:prSet/>
      <dgm:spPr/>
      <dgm:t>
        <a:bodyPr/>
        <a:lstStyle/>
        <a:p>
          <a:endParaRPr lang="en-IN"/>
        </a:p>
      </dgm:t>
    </dgm:pt>
    <dgm:pt modelId="{8FBA2D14-7F98-4E05-A408-63C045CD29BA}" type="sibTrans" cxnId="{1B7BBAB2-7EE9-4DF5-927B-7515F7A8197C}">
      <dgm:prSet/>
      <dgm:spPr/>
      <dgm:t>
        <a:bodyPr/>
        <a:lstStyle/>
        <a:p>
          <a:endParaRPr lang="en-IN"/>
        </a:p>
      </dgm:t>
    </dgm:pt>
    <dgm:pt modelId="{8747AF22-39AE-4E7B-AF19-DBACD19B4791}">
      <dgm:prSet custT="1"/>
      <dgm:spPr/>
      <dgm:t>
        <a:bodyPr/>
        <a:lstStyle/>
        <a:p>
          <a:r>
            <a:rPr lang="en-IN" sz="1800" dirty="0"/>
            <a:t>Text Splitting: Clinical-aware and structure-aware chunking (~256 words, 20% overlap)</a:t>
          </a:r>
        </a:p>
      </dgm:t>
    </dgm:pt>
    <dgm:pt modelId="{E1040AD1-C057-4936-BD5B-A03C39156E2F}" type="parTrans" cxnId="{E0CDC5EB-B7C6-48CF-8BE3-CDF15F7A7AE1}">
      <dgm:prSet/>
      <dgm:spPr/>
      <dgm:t>
        <a:bodyPr/>
        <a:lstStyle/>
        <a:p>
          <a:endParaRPr lang="en-IN"/>
        </a:p>
      </dgm:t>
    </dgm:pt>
    <dgm:pt modelId="{C4F1B4FC-6B18-469A-890F-E016CA9A88BD}" type="sibTrans" cxnId="{E0CDC5EB-B7C6-48CF-8BE3-CDF15F7A7AE1}">
      <dgm:prSet/>
      <dgm:spPr/>
      <dgm:t>
        <a:bodyPr/>
        <a:lstStyle/>
        <a:p>
          <a:endParaRPr lang="en-IN"/>
        </a:p>
      </dgm:t>
    </dgm:pt>
    <dgm:pt modelId="{C74CEA34-591A-4634-B3D8-64F0C0B18322}">
      <dgm:prSet custT="1"/>
      <dgm:spPr/>
      <dgm:t>
        <a:bodyPr/>
        <a:lstStyle/>
        <a:p>
          <a:r>
            <a:rPr lang="en-IN" sz="1600" dirty="0">
              <a:latin typeface="Arial Rounded MT Bold" panose="020F0704030504030204" pitchFamily="34" charset="0"/>
            </a:rPr>
            <a:t>Embedding &amp; Vector Store</a:t>
          </a:r>
        </a:p>
      </dgm:t>
    </dgm:pt>
    <dgm:pt modelId="{730FEEDF-1D1C-4A5B-88F8-AA5662A31EAB}" type="parTrans" cxnId="{A2EDF807-3F43-4E39-8062-CD6DA0FB45CC}">
      <dgm:prSet/>
      <dgm:spPr/>
      <dgm:t>
        <a:bodyPr/>
        <a:lstStyle/>
        <a:p>
          <a:endParaRPr lang="en-IN"/>
        </a:p>
      </dgm:t>
    </dgm:pt>
    <dgm:pt modelId="{63F4645E-7F39-494B-A444-F266AC78F652}" type="sibTrans" cxnId="{A2EDF807-3F43-4E39-8062-CD6DA0FB45CC}">
      <dgm:prSet/>
      <dgm:spPr/>
      <dgm:t>
        <a:bodyPr/>
        <a:lstStyle/>
        <a:p>
          <a:endParaRPr lang="en-IN" b="1"/>
        </a:p>
      </dgm:t>
    </dgm:pt>
    <dgm:pt modelId="{23F2AFDE-E112-4EB8-9373-F1974A3932DF}">
      <dgm:prSet custT="1"/>
      <dgm:spPr/>
      <dgm:t>
        <a:bodyPr/>
        <a:lstStyle/>
        <a:p>
          <a:r>
            <a:rPr lang="en-US" sz="1600" dirty="0">
              <a:latin typeface="Arial Rounded MT Bold" panose="020F0704030504030204" pitchFamily="34" charset="0"/>
            </a:rPr>
            <a:t>Output</a:t>
          </a:r>
          <a:endParaRPr lang="en-IN" sz="1600" dirty="0">
            <a:latin typeface="Arial Rounded MT Bold" panose="020F0704030504030204" pitchFamily="34" charset="0"/>
          </a:endParaRPr>
        </a:p>
      </dgm:t>
    </dgm:pt>
    <dgm:pt modelId="{50BAED3B-834B-4063-83AA-F689EF5F6ACE}" type="parTrans" cxnId="{5BE349FB-E43B-4537-9EE0-A8CA69AC6ED9}">
      <dgm:prSet/>
      <dgm:spPr/>
      <dgm:t>
        <a:bodyPr/>
        <a:lstStyle/>
        <a:p>
          <a:endParaRPr lang="en-IN"/>
        </a:p>
      </dgm:t>
    </dgm:pt>
    <dgm:pt modelId="{61CB9330-61C1-42A3-9E42-F4B92425FB5F}" type="sibTrans" cxnId="{5BE349FB-E43B-4537-9EE0-A8CA69AC6ED9}">
      <dgm:prSet/>
      <dgm:spPr/>
      <dgm:t>
        <a:bodyPr/>
        <a:lstStyle/>
        <a:p>
          <a:endParaRPr lang="en-IN"/>
        </a:p>
      </dgm:t>
    </dgm:pt>
    <dgm:pt modelId="{01D4EBA0-7FCE-42D9-8830-C119981472BF}">
      <dgm:prSet custT="1"/>
      <dgm:spPr/>
      <dgm:t>
        <a:bodyPr/>
        <a:lstStyle/>
        <a:p>
          <a:r>
            <a:rPr lang="en-IN" sz="1800" dirty="0"/>
            <a:t>Before embedding, NER models identify and tag key medical entities (diseases, medications, symptoms, procedures, etc.).</a:t>
          </a:r>
        </a:p>
      </dgm:t>
    </dgm:pt>
    <dgm:pt modelId="{DC3F6987-0A7B-4B8B-8FB5-9DB6C1C30494}" type="parTrans" cxnId="{DD78AC04-EF12-410A-B915-FEB842CDDCAD}">
      <dgm:prSet/>
      <dgm:spPr/>
      <dgm:t>
        <a:bodyPr/>
        <a:lstStyle/>
        <a:p>
          <a:endParaRPr lang="en-IN"/>
        </a:p>
      </dgm:t>
    </dgm:pt>
    <dgm:pt modelId="{88C188C6-D9BE-4E79-B0E0-DA38A706E4B2}" type="sibTrans" cxnId="{DD78AC04-EF12-410A-B915-FEB842CDDCAD}">
      <dgm:prSet/>
      <dgm:spPr/>
      <dgm:t>
        <a:bodyPr/>
        <a:lstStyle/>
        <a:p>
          <a:endParaRPr lang="en-IN"/>
        </a:p>
      </dgm:t>
    </dgm:pt>
    <dgm:pt modelId="{41DBE410-B7DA-4FEC-8E65-6998CD28E398}">
      <dgm:prSet custT="1"/>
      <dgm:spPr/>
      <dgm:t>
        <a:bodyPr/>
        <a:lstStyle/>
        <a:p>
          <a:r>
            <a:rPr lang="en-IN" sz="1800" dirty="0"/>
            <a:t>These tags enhance semantic representation and improve retrieval relevance in the later stages.</a:t>
          </a:r>
        </a:p>
      </dgm:t>
    </dgm:pt>
    <dgm:pt modelId="{DA600615-F8E0-47E8-B827-FBB4059099FD}" type="parTrans" cxnId="{EFDEA56C-096D-40C3-9F04-43A8A983DF08}">
      <dgm:prSet/>
      <dgm:spPr/>
      <dgm:t>
        <a:bodyPr/>
        <a:lstStyle/>
        <a:p>
          <a:endParaRPr lang="en-IN"/>
        </a:p>
      </dgm:t>
    </dgm:pt>
    <dgm:pt modelId="{7386BE26-4BB7-48E0-AA2C-6BCCCE4980CC}" type="sibTrans" cxnId="{EFDEA56C-096D-40C3-9F04-43A8A983DF08}">
      <dgm:prSet/>
      <dgm:spPr/>
      <dgm:t>
        <a:bodyPr/>
        <a:lstStyle/>
        <a:p>
          <a:endParaRPr lang="en-IN"/>
        </a:p>
      </dgm:t>
    </dgm:pt>
    <dgm:pt modelId="{7CE54747-AAD6-4789-96DA-0DBCE558C3A9}">
      <dgm:prSet custT="1"/>
      <dgm:spPr/>
      <dgm:t>
        <a:bodyPr/>
        <a:lstStyle/>
        <a:p>
          <a:r>
            <a:rPr lang="en-IN" sz="1600" dirty="0">
              <a:latin typeface="Arial Rounded MT Bold" panose="020F0704030504030204" pitchFamily="34" charset="0"/>
            </a:rPr>
            <a:t>Retrieval &amp; Query Handling</a:t>
          </a:r>
        </a:p>
      </dgm:t>
    </dgm:pt>
    <dgm:pt modelId="{BEF2B279-661B-48E1-BF5D-2EA951A1B121}" type="parTrans" cxnId="{308A9C28-5C02-4FE2-BE68-316E1529AFB8}">
      <dgm:prSet/>
      <dgm:spPr/>
      <dgm:t>
        <a:bodyPr/>
        <a:lstStyle/>
        <a:p>
          <a:endParaRPr lang="en-IN"/>
        </a:p>
      </dgm:t>
    </dgm:pt>
    <dgm:pt modelId="{20CAF2D4-9647-41E1-BE98-2B455560CC4E}" type="sibTrans" cxnId="{308A9C28-5C02-4FE2-BE68-316E1529AFB8}">
      <dgm:prSet/>
      <dgm:spPr/>
      <dgm:t>
        <a:bodyPr/>
        <a:lstStyle/>
        <a:p>
          <a:endParaRPr lang="en-IN" b="1"/>
        </a:p>
      </dgm:t>
    </dgm:pt>
    <dgm:pt modelId="{FBB339E5-2B2B-42C1-AEB7-CD142A39FDC4}">
      <dgm:prSet custT="1"/>
      <dgm:spPr/>
      <dgm:t>
        <a:bodyPr/>
        <a:lstStyle/>
        <a:p>
          <a:r>
            <a:rPr lang="en-IN" sz="1800" dirty="0"/>
            <a:t>Each processed chunk (with NER tags) is converted into dense embeddings using a biomedical embedding model (e.g., </a:t>
          </a:r>
          <a:r>
            <a:rPr lang="en-IN" sz="1800" dirty="0" err="1"/>
            <a:t>BioClinicalBERT</a:t>
          </a:r>
          <a:r>
            <a:rPr lang="en-IN" sz="1800" dirty="0"/>
            <a:t>).</a:t>
          </a:r>
        </a:p>
      </dgm:t>
    </dgm:pt>
    <dgm:pt modelId="{7C0A0D8D-A911-4AFF-867A-D38DC7FAFF7B}" type="parTrans" cxnId="{A053189B-8A16-4A3B-A99D-7F575518EC09}">
      <dgm:prSet/>
      <dgm:spPr/>
      <dgm:t>
        <a:bodyPr/>
        <a:lstStyle/>
        <a:p>
          <a:endParaRPr lang="en-IN"/>
        </a:p>
      </dgm:t>
    </dgm:pt>
    <dgm:pt modelId="{DB45B919-1D38-4CA8-8B31-C3A5B46BC8A2}" type="sibTrans" cxnId="{A053189B-8A16-4A3B-A99D-7F575518EC09}">
      <dgm:prSet/>
      <dgm:spPr/>
      <dgm:t>
        <a:bodyPr/>
        <a:lstStyle/>
        <a:p>
          <a:endParaRPr lang="en-IN"/>
        </a:p>
      </dgm:t>
    </dgm:pt>
    <dgm:pt modelId="{02EC874C-9B57-4D2A-AE29-7204180FF8E3}">
      <dgm:prSet custT="1"/>
      <dgm:spPr/>
      <dgm:t>
        <a:bodyPr/>
        <a:lstStyle/>
        <a:p>
          <a:r>
            <a:rPr lang="en-IN" sz="1800" dirty="0"/>
            <a:t>Stored in a vector database (FAISS / Pinecone) for efficient semantic retrieval.</a:t>
          </a:r>
        </a:p>
      </dgm:t>
    </dgm:pt>
    <dgm:pt modelId="{4DCE81D8-E33A-4832-9B29-6B4819B0E195}" type="parTrans" cxnId="{3B0F1163-8A38-4521-AF3F-DF65556120C9}">
      <dgm:prSet/>
      <dgm:spPr/>
      <dgm:t>
        <a:bodyPr/>
        <a:lstStyle/>
        <a:p>
          <a:endParaRPr lang="en-IN"/>
        </a:p>
      </dgm:t>
    </dgm:pt>
    <dgm:pt modelId="{F88886BA-5B4A-4D2F-9649-F30B6663A935}" type="sibTrans" cxnId="{3B0F1163-8A38-4521-AF3F-DF65556120C9}">
      <dgm:prSet/>
      <dgm:spPr/>
      <dgm:t>
        <a:bodyPr/>
        <a:lstStyle/>
        <a:p>
          <a:endParaRPr lang="en-IN"/>
        </a:p>
      </dgm:t>
    </dgm:pt>
    <dgm:pt modelId="{2FDC5B3F-8C27-4831-B871-28852B135C8F}">
      <dgm:prSet custT="1"/>
      <dgm:spPr/>
      <dgm:t>
        <a:bodyPr/>
        <a:lstStyle/>
        <a:p>
          <a:r>
            <a:rPr lang="en-IN" sz="1600" dirty="0">
              <a:latin typeface="Arial Rounded MT Bold" panose="020F0704030504030204" pitchFamily="34" charset="0"/>
            </a:rPr>
            <a:t>Prompt Construction</a:t>
          </a:r>
        </a:p>
      </dgm:t>
    </dgm:pt>
    <dgm:pt modelId="{95E0A8A0-4396-475A-A783-B498BD7E6C5C}" type="parTrans" cxnId="{98C79BE9-213B-467A-96CF-1A159EE9C1A1}">
      <dgm:prSet/>
      <dgm:spPr/>
      <dgm:t>
        <a:bodyPr/>
        <a:lstStyle/>
        <a:p>
          <a:endParaRPr lang="en-IN"/>
        </a:p>
      </dgm:t>
    </dgm:pt>
    <dgm:pt modelId="{CC56162A-1DD0-44E2-A854-CDEC2AD0EF4A}" type="sibTrans" cxnId="{98C79BE9-213B-467A-96CF-1A159EE9C1A1}">
      <dgm:prSet/>
      <dgm:spPr/>
      <dgm:t>
        <a:bodyPr/>
        <a:lstStyle/>
        <a:p>
          <a:endParaRPr lang="en-IN" b="1"/>
        </a:p>
      </dgm:t>
    </dgm:pt>
    <dgm:pt modelId="{30FABEC8-EDE2-44ED-9C62-0BD801190776}">
      <dgm:prSet custT="1"/>
      <dgm:spPr/>
      <dgm:t>
        <a:bodyPr/>
        <a:lstStyle/>
        <a:p>
          <a:r>
            <a:rPr lang="en-US" sz="1800" dirty="0"/>
            <a:t>Based on the query (Resident ID, date, or clinical question), the retriever fetches top-relevant note segments from the vector store.</a:t>
          </a:r>
          <a:endParaRPr lang="en-IN" sz="1800" dirty="0"/>
        </a:p>
      </dgm:t>
    </dgm:pt>
    <dgm:pt modelId="{34457271-2A37-45CB-A739-460CCD1BCC15}" type="parTrans" cxnId="{B50DAD0F-4693-4726-82AE-D009A808A423}">
      <dgm:prSet/>
      <dgm:spPr/>
      <dgm:t>
        <a:bodyPr/>
        <a:lstStyle/>
        <a:p>
          <a:endParaRPr lang="en-IN"/>
        </a:p>
      </dgm:t>
    </dgm:pt>
    <dgm:pt modelId="{8396BB0B-20BB-4244-88D5-BCB9983E836A}" type="sibTrans" cxnId="{B50DAD0F-4693-4726-82AE-D009A808A423}">
      <dgm:prSet/>
      <dgm:spPr/>
      <dgm:t>
        <a:bodyPr/>
        <a:lstStyle/>
        <a:p>
          <a:endParaRPr lang="en-IN"/>
        </a:p>
      </dgm:t>
    </dgm:pt>
    <dgm:pt modelId="{0297926F-F096-4F9B-9987-108D1A4E3217}">
      <dgm:prSet custT="1"/>
      <dgm:spPr/>
      <dgm:t>
        <a:bodyPr/>
        <a:lstStyle/>
        <a:p>
          <a:r>
            <a:rPr lang="en-US" sz="1800" dirty="0"/>
            <a:t>These retrieved segments form the context for the LLM.</a:t>
          </a:r>
          <a:endParaRPr lang="en-IN" sz="1800" dirty="0"/>
        </a:p>
      </dgm:t>
    </dgm:pt>
    <dgm:pt modelId="{B21316B0-9325-4D2E-B300-F72C8CAA74DD}" type="parTrans" cxnId="{DA1810F1-07D3-4036-AA8F-AA47C3302854}">
      <dgm:prSet/>
      <dgm:spPr/>
      <dgm:t>
        <a:bodyPr/>
        <a:lstStyle/>
        <a:p>
          <a:endParaRPr lang="en-IN"/>
        </a:p>
      </dgm:t>
    </dgm:pt>
    <dgm:pt modelId="{6E7BF455-B50F-47DD-990D-E7C2104DF2FA}" type="sibTrans" cxnId="{DA1810F1-07D3-4036-AA8F-AA47C3302854}">
      <dgm:prSet/>
      <dgm:spPr/>
      <dgm:t>
        <a:bodyPr/>
        <a:lstStyle/>
        <a:p>
          <a:endParaRPr lang="en-IN"/>
        </a:p>
      </dgm:t>
    </dgm:pt>
    <dgm:pt modelId="{39280D85-217F-4B7A-9946-7F539EA042BF}">
      <dgm:prSet custT="1"/>
      <dgm:spPr/>
      <dgm:t>
        <a:bodyPr/>
        <a:lstStyle/>
        <a:p>
          <a:r>
            <a:rPr lang="en-IN" sz="1600" dirty="0">
              <a:latin typeface="Arial Rounded MT Bold" panose="020F0704030504030204" pitchFamily="34" charset="0"/>
            </a:rPr>
            <a:t>LLM Processing (LLAMA-3)</a:t>
          </a:r>
        </a:p>
      </dgm:t>
    </dgm:pt>
    <dgm:pt modelId="{73C8A543-E3B8-4714-99A0-9DAB744EFE94}" type="parTrans" cxnId="{C00C6ACC-129B-458C-9F76-6923656A684E}">
      <dgm:prSet/>
      <dgm:spPr/>
      <dgm:t>
        <a:bodyPr/>
        <a:lstStyle/>
        <a:p>
          <a:endParaRPr lang="en-IN"/>
        </a:p>
      </dgm:t>
    </dgm:pt>
    <dgm:pt modelId="{11ACB229-8087-4634-AEE6-C8FDDBF2C6FA}" type="sibTrans" cxnId="{C00C6ACC-129B-458C-9F76-6923656A684E}">
      <dgm:prSet/>
      <dgm:spPr/>
      <dgm:t>
        <a:bodyPr/>
        <a:lstStyle/>
        <a:p>
          <a:endParaRPr lang="en-IN"/>
        </a:p>
      </dgm:t>
    </dgm:pt>
    <dgm:pt modelId="{C662B5AD-FD60-456E-9BC5-FC0BEF9A4D22}">
      <dgm:prSet custT="1"/>
      <dgm:spPr/>
      <dgm:t>
        <a:bodyPr/>
        <a:lstStyle/>
        <a:p>
          <a:r>
            <a:rPr lang="en-US" sz="1800" dirty="0"/>
            <a:t>The model generates:</a:t>
          </a:r>
          <a:endParaRPr lang="en-IN" sz="1800" dirty="0"/>
        </a:p>
      </dgm:t>
    </dgm:pt>
    <dgm:pt modelId="{A30EF205-E3E7-4D17-82D9-7A14C836E6B3}" type="parTrans" cxnId="{65156E38-0942-4347-83F7-B0E5B4C6A3E1}">
      <dgm:prSet/>
      <dgm:spPr/>
      <dgm:t>
        <a:bodyPr/>
        <a:lstStyle/>
        <a:p>
          <a:endParaRPr lang="en-IN"/>
        </a:p>
      </dgm:t>
    </dgm:pt>
    <dgm:pt modelId="{7F6D9C96-8D2C-4A0B-8A48-94941E84C9DF}" type="sibTrans" cxnId="{65156E38-0942-4347-83F7-B0E5B4C6A3E1}">
      <dgm:prSet/>
      <dgm:spPr/>
      <dgm:t>
        <a:bodyPr/>
        <a:lstStyle/>
        <a:p>
          <a:endParaRPr lang="en-IN"/>
        </a:p>
      </dgm:t>
    </dgm:pt>
    <dgm:pt modelId="{63FA69AE-EEA7-4FC5-85FA-19E5F090BF74}">
      <dgm:prSet custT="1"/>
      <dgm:spPr/>
      <dgm:t>
        <a:bodyPr/>
        <a:lstStyle/>
        <a:p>
          <a:r>
            <a:rPr lang="en-US" sz="1800" b="1" dirty="0"/>
            <a:t>Structured patient summary</a:t>
          </a:r>
          <a:endParaRPr lang="en-US" sz="1800" dirty="0"/>
        </a:p>
      </dgm:t>
    </dgm:pt>
    <dgm:pt modelId="{66294E49-E36B-47E2-A27D-F5B621F7A256}" type="parTrans" cxnId="{673B0AF7-9EDE-4480-8698-EE6696E26494}">
      <dgm:prSet/>
      <dgm:spPr/>
      <dgm:t>
        <a:bodyPr/>
        <a:lstStyle/>
        <a:p>
          <a:endParaRPr lang="en-IN"/>
        </a:p>
      </dgm:t>
    </dgm:pt>
    <dgm:pt modelId="{D295FB55-0347-491F-B083-3DC7DE57B214}" type="sibTrans" cxnId="{673B0AF7-9EDE-4480-8698-EE6696E26494}">
      <dgm:prSet/>
      <dgm:spPr/>
      <dgm:t>
        <a:bodyPr/>
        <a:lstStyle/>
        <a:p>
          <a:endParaRPr lang="en-IN"/>
        </a:p>
      </dgm:t>
    </dgm:pt>
    <dgm:pt modelId="{BD8DF16E-0295-4698-824F-05C384691501}">
      <dgm:prSet custT="1"/>
      <dgm:spPr/>
      <dgm:t>
        <a:bodyPr/>
        <a:lstStyle/>
        <a:p>
          <a:r>
            <a:rPr lang="en-US" sz="1800" b="1" dirty="0"/>
            <a:t>Identified risk factors</a:t>
          </a:r>
          <a:endParaRPr lang="en-US" sz="1800" dirty="0"/>
        </a:p>
      </dgm:t>
    </dgm:pt>
    <dgm:pt modelId="{97190079-D0A5-4894-B0A8-DB0A33DF7C2A}" type="parTrans" cxnId="{8784DB53-BE60-4A8C-9512-E339989D01E5}">
      <dgm:prSet/>
      <dgm:spPr/>
      <dgm:t>
        <a:bodyPr/>
        <a:lstStyle/>
        <a:p>
          <a:endParaRPr lang="en-IN"/>
        </a:p>
      </dgm:t>
    </dgm:pt>
    <dgm:pt modelId="{C2592B6D-FBB3-4EA6-A83F-9A30443F21D9}" type="sibTrans" cxnId="{8784DB53-BE60-4A8C-9512-E339989D01E5}">
      <dgm:prSet/>
      <dgm:spPr/>
      <dgm:t>
        <a:bodyPr/>
        <a:lstStyle/>
        <a:p>
          <a:endParaRPr lang="en-IN"/>
        </a:p>
      </dgm:t>
    </dgm:pt>
    <dgm:pt modelId="{661B5C9E-373B-4DD7-B271-95F5B618DB27}">
      <dgm:prSet custT="1"/>
      <dgm:spPr/>
      <dgm:t>
        <a:bodyPr/>
        <a:lstStyle/>
        <a:p>
          <a:r>
            <a:rPr lang="en-US" sz="1800" b="1" dirty="0"/>
            <a:t>Prioritized differential diagnoses</a:t>
          </a:r>
          <a:r>
            <a:rPr lang="en-US" sz="1800" dirty="0"/>
            <a:t> - each linked to supporting text for traceability.</a:t>
          </a:r>
        </a:p>
      </dgm:t>
    </dgm:pt>
    <dgm:pt modelId="{F2945679-B35A-4E52-BC3C-615E217A1C89}" type="parTrans" cxnId="{BFE4B7EE-1E06-40AD-B4BE-E9E5EEF72935}">
      <dgm:prSet/>
      <dgm:spPr/>
      <dgm:t>
        <a:bodyPr/>
        <a:lstStyle/>
        <a:p>
          <a:endParaRPr lang="en-IN"/>
        </a:p>
      </dgm:t>
    </dgm:pt>
    <dgm:pt modelId="{774A69FA-56CA-4FB6-AED8-10B6062FC48A}" type="sibTrans" cxnId="{BFE4B7EE-1E06-40AD-B4BE-E9E5EEF72935}">
      <dgm:prSet/>
      <dgm:spPr/>
      <dgm:t>
        <a:bodyPr/>
        <a:lstStyle/>
        <a:p>
          <a:endParaRPr lang="en-IN"/>
        </a:p>
      </dgm:t>
    </dgm:pt>
    <dgm:pt modelId="{DDF11121-2A96-4E9A-B9F3-D85D7DDAD312}">
      <dgm:prSet custT="1"/>
      <dgm:spPr/>
      <dgm:t>
        <a:bodyPr/>
        <a:lstStyle/>
        <a:p>
          <a:r>
            <a:rPr lang="en-US" sz="1800" dirty="0"/>
            <a:t>Produces a </a:t>
          </a:r>
          <a:r>
            <a:rPr lang="en-US" sz="1800" b="1" dirty="0"/>
            <a:t>structured, explainable summary table</a:t>
          </a:r>
          <a:r>
            <a:rPr lang="en-US" sz="1800" dirty="0"/>
            <a:t> including demographics, history, risk factors, and diagnosis list with evidence citations.</a:t>
          </a:r>
          <a:endParaRPr lang="en-IN" sz="1800" dirty="0"/>
        </a:p>
      </dgm:t>
    </dgm:pt>
    <dgm:pt modelId="{C56C1A87-770C-46EA-9991-91C3778580E1}" type="parTrans" cxnId="{2AC94120-BD3F-4D6C-BD14-540E24875C04}">
      <dgm:prSet/>
      <dgm:spPr/>
      <dgm:t>
        <a:bodyPr/>
        <a:lstStyle/>
        <a:p>
          <a:endParaRPr lang="en-IN"/>
        </a:p>
      </dgm:t>
    </dgm:pt>
    <dgm:pt modelId="{F1F5433F-3835-44E8-9394-C2FFDC4B5698}" type="sibTrans" cxnId="{2AC94120-BD3F-4D6C-BD14-540E24875C04}">
      <dgm:prSet/>
      <dgm:spPr/>
      <dgm:t>
        <a:bodyPr/>
        <a:lstStyle/>
        <a:p>
          <a:endParaRPr lang="en-IN"/>
        </a:p>
      </dgm:t>
    </dgm:pt>
    <dgm:pt modelId="{125F4AAE-19DE-4634-9AEC-74CF5FAB1322}">
      <dgm:prSet custT="1"/>
      <dgm:spPr/>
      <dgm:t>
        <a:bodyPr/>
        <a:lstStyle/>
        <a:p>
          <a:endParaRPr lang="en-IN" sz="1800" dirty="0"/>
        </a:p>
      </dgm:t>
    </dgm:pt>
    <dgm:pt modelId="{C3505271-B10F-44C3-B9FE-4C9E86B7811A}" type="parTrans" cxnId="{50F3FDB9-0AAD-453D-9446-C707C3985C06}">
      <dgm:prSet/>
      <dgm:spPr/>
      <dgm:t>
        <a:bodyPr/>
        <a:lstStyle/>
        <a:p>
          <a:endParaRPr lang="en-IN"/>
        </a:p>
      </dgm:t>
    </dgm:pt>
    <dgm:pt modelId="{FFADBAB9-10FD-412F-85B4-3B8113B76C7E}" type="sibTrans" cxnId="{50F3FDB9-0AAD-453D-9446-C707C3985C06}">
      <dgm:prSet/>
      <dgm:spPr/>
      <dgm:t>
        <a:bodyPr/>
        <a:lstStyle/>
        <a:p>
          <a:endParaRPr lang="en-IN"/>
        </a:p>
      </dgm:t>
    </dgm:pt>
    <dgm:pt modelId="{25625F9E-24B6-4CCF-B4A4-5A5CEC83391E}" type="pres">
      <dgm:prSet presAssocID="{DFD01E66-DEC8-413C-8957-83F7DE07DB35}" presName="Name0" presStyleCnt="0">
        <dgm:presLayoutVars>
          <dgm:dir/>
          <dgm:animLvl val="lvl"/>
          <dgm:resizeHandles val="exact"/>
        </dgm:presLayoutVars>
      </dgm:prSet>
      <dgm:spPr/>
    </dgm:pt>
    <dgm:pt modelId="{59C7614B-EEEE-4F56-B9F8-917399E95434}" type="pres">
      <dgm:prSet presAssocID="{DFD01E66-DEC8-413C-8957-83F7DE07DB35}" presName="tSp" presStyleCnt="0"/>
      <dgm:spPr/>
    </dgm:pt>
    <dgm:pt modelId="{F5B4D61E-6849-434B-9D87-2CAAAD856771}" type="pres">
      <dgm:prSet presAssocID="{DFD01E66-DEC8-413C-8957-83F7DE07DB35}" presName="bSp" presStyleCnt="0"/>
      <dgm:spPr/>
    </dgm:pt>
    <dgm:pt modelId="{ED3F7027-36AC-4DCC-A988-4EAFC98D7D9B}" type="pres">
      <dgm:prSet presAssocID="{DFD01E66-DEC8-413C-8957-83F7DE07DB35}" presName="process" presStyleCnt="0"/>
      <dgm:spPr/>
    </dgm:pt>
    <dgm:pt modelId="{4D68F194-FB4C-4621-BA9B-46376EE69849}" type="pres">
      <dgm:prSet presAssocID="{F51D24D3-40C2-4840-8727-3D0A26842A23}" presName="composite1" presStyleCnt="0"/>
      <dgm:spPr/>
    </dgm:pt>
    <dgm:pt modelId="{9EC0BB0F-40D1-4055-9E1F-69B91814FBE6}" type="pres">
      <dgm:prSet presAssocID="{F51D24D3-40C2-4840-8727-3D0A26842A23}" presName="dummyNode1" presStyleLbl="node1" presStyleIdx="0" presStyleCnt="7"/>
      <dgm:spPr/>
    </dgm:pt>
    <dgm:pt modelId="{431F33CD-74FD-4D74-BA6A-4141447D2F97}" type="pres">
      <dgm:prSet presAssocID="{F51D24D3-40C2-4840-8727-3D0A26842A23}" presName="childNode1" presStyleLbl="bgAcc1" presStyleIdx="0" presStyleCnt="7" custScaleX="310076" custScaleY="732783" custLinFactNeighborX="3478" custLinFactNeighborY="-35161">
        <dgm:presLayoutVars>
          <dgm:bulletEnabled val="1"/>
        </dgm:presLayoutVars>
      </dgm:prSet>
      <dgm:spPr/>
    </dgm:pt>
    <dgm:pt modelId="{1E99E6FB-D7CC-4696-BAFA-16B8CFA90E6D}" type="pres">
      <dgm:prSet presAssocID="{F51D24D3-40C2-4840-8727-3D0A26842A23}" presName="childNode1tx" presStyleLbl="bgAcc1" presStyleIdx="0" presStyleCnt="7">
        <dgm:presLayoutVars>
          <dgm:bulletEnabled val="1"/>
        </dgm:presLayoutVars>
      </dgm:prSet>
      <dgm:spPr/>
    </dgm:pt>
    <dgm:pt modelId="{C70CF685-1E08-420B-AFFB-E1415BE8E77E}" type="pres">
      <dgm:prSet presAssocID="{F51D24D3-40C2-4840-8727-3D0A26842A23}" presName="parentNode1" presStyleLbl="node1" presStyleIdx="0" presStyleCnt="7" custScaleX="247378" custScaleY="279159" custLinFactY="2400000" custLinFactNeighborX="57106" custLinFactNeighborY="2410517">
        <dgm:presLayoutVars>
          <dgm:chMax val="1"/>
          <dgm:bulletEnabled val="1"/>
        </dgm:presLayoutVars>
      </dgm:prSet>
      <dgm:spPr/>
    </dgm:pt>
    <dgm:pt modelId="{0D551CF8-D891-43C3-8182-A25DA12ABF81}" type="pres">
      <dgm:prSet presAssocID="{F51D24D3-40C2-4840-8727-3D0A26842A23}" presName="connSite1" presStyleCnt="0"/>
      <dgm:spPr/>
    </dgm:pt>
    <dgm:pt modelId="{300FD939-5DC2-4823-AB5E-74E647F3BDF3}" type="pres">
      <dgm:prSet presAssocID="{5D259FFE-55B7-47CC-8A9F-246BBC863E59}" presName="Name9" presStyleLbl="sibTrans2D1" presStyleIdx="0" presStyleCnt="6" custAng="2214038" custLinFactNeighborX="21166" custLinFactNeighborY="16577"/>
      <dgm:spPr/>
    </dgm:pt>
    <dgm:pt modelId="{7932DB0D-86A9-4DA3-98B6-BD25AA7A5B89}" type="pres">
      <dgm:prSet presAssocID="{DD55D83E-9BBB-47E8-99EA-5FB9F1C0DD4D}" presName="composite2" presStyleCnt="0"/>
      <dgm:spPr/>
    </dgm:pt>
    <dgm:pt modelId="{B36C3253-9C13-4828-A273-72AC612A9F22}" type="pres">
      <dgm:prSet presAssocID="{DD55D83E-9BBB-47E8-99EA-5FB9F1C0DD4D}" presName="dummyNode2" presStyleLbl="node1" presStyleIdx="0" presStyleCnt="7"/>
      <dgm:spPr/>
    </dgm:pt>
    <dgm:pt modelId="{F128522D-BC5B-4C45-93E9-ED3474F9F35D}" type="pres">
      <dgm:prSet presAssocID="{DD55D83E-9BBB-47E8-99EA-5FB9F1C0DD4D}" presName="childNode2" presStyleLbl="bgAcc1" presStyleIdx="1" presStyleCnt="7" custScaleX="304662" custScaleY="691278" custLinFactNeighborX="16826" custLinFactNeighborY="-3663">
        <dgm:presLayoutVars>
          <dgm:bulletEnabled val="1"/>
        </dgm:presLayoutVars>
      </dgm:prSet>
      <dgm:spPr/>
    </dgm:pt>
    <dgm:pt modelId="{B0472583-29FE-4A8D-8C30-5FB19D9E8AFC}" type="pres">
      <dgm:prSet presAssocID="{DD55D83E-9BBB-47E8-99EA-5FB9F1C0DD4D}" presName="childNode2tx" presStyleLbl="bgAcc1" presStyleIdx="1" presStyleCnt="7">
        <dgm:presLayoutVars>
          <dgm:bulletEnabled val="1"/>
        </dgm:presLayoutVars>
      </dgm:prSet>
      <dgm:spPr/>
    </dgm:pt>
    <dgm:pt modelId="{9DDF4923-1372-4B94-98B9-13FACF3E4470}" type="pres">
      <dgm:prSet presAssocID="{DD55D83E-9BBB-47E8-99EA-5FB9F1C0DD4D}" presName="parentNode2" presStyleLbl="node1" presStyleIdx="1" presStyleCnt="7" custScaleX="247378" custScaleY="279159" custLinFactY="-2500000" custLinFactNeighborX="77261" custLinFactNeighborY="-2557973">
        <dgm:presLayoutVars>
          <dgm:chMax val="0"/>
          <dgm:bulletEnabled val="1"/>
        </dgm:presLayoutVars>
      </dgm:prSet>
      <dgm:spPr/>
    </dgm:pt>
    <dgm:pt modelId="{6CCB2191-4FC9-4460-B875-3E9AC256E94F}" type="pres">
      <dgm:prSet presAssocID="{DD55D83E-9BBB-47E8-99EA-5FB9F1C0DD4D}" presName="connSite2" presStyleCnt="0"/>
      <dgm:spPr/>
    </dgm:pt>
    <dgm:pt modelId="{C9ABF6BB-1B59-4FBF-B278-DA0711E2AC21}" type="pres">
      <dgm:prSet presAssocID="{887EF0BF-5D4D-459C-8402-3A24AADE6157}" presName="Name18" presStyleLbl="sibTrans2D1" presStyleIdx="1" presStyleCnt="6" custAng="19832228" custScaleX="99072" custScaleY="106150" custLinFactNeighborX="19094" custLinFactNeighborY="-9338"/>
      <dgm:spPr/>
    </dgm:pt>
    <dgm:pt modelId="{4E70AE97-589D-4344-B8BA-A79F0569649F}" type="pres">
      <dgm:prSet presAssocID="{C74CEA34-591A-4634-B3D8-64F0C0B18322}" presName="composite1" presStyleCnt="0"/>
      <dgm:spPr/>
    </dgm:pt>
    <dgm:pt modelId="{24CFFA1A-EDB9-4313-BFC4-05CCD80CD0FD}" type="pres">
      <dgm:prSet presAssocID="{C74CEA34-591A-4634-B3D8-64F0C0B18322}" presName="dummyNode1" presStyleLbl="node1" presStyleIdx="1" presStyleCnt="7"/>
      <dgm:spPr/>
    </dgm:pt>
    <dgm:pt modelId="{BED60223-98CB-4012-A0FE-D08B29F9D43F}" type="pres">
      <dgm:prSet presAssocID="{C74CEA34-591A-4634-B3D8-64F0C0B18322}" presName="childNode1" presStyleLbl="bgAcc1" presStyleIdx="2" presStyleCnt="7" custScaleX="282630" custScaleY="643491" custLinFactNeighborX="29376" custLinFactNeighborY="-948">
        <dgm:presLayoutVars>
          <dgm:bulletEnabled val="1"/>
        </dgm:presLayoutVars>
      </dgm:prSet>
      <dgm:spPr/>
    </dgm:pt>
    <dgm:pt modelId="{B4C4FA07-F33C-449F-9464-4258C8230568}" type="pres">
      <dgm:prSet presAssocID="{C74CEA34-591A-4634-B3D8-64F0C0B18322}" presName="childNode1tx" presStyleLbl="bgAcc1" presStyleIdx="2" presStyleCnt="7">
        <dgm:presLayoutVars>
          <dgm:bulletEnabled val="1"/>
        </dgm:presLayoutVars>
      </dgm:prSet>
      <dgm:spPr/>
    </dgm:pt>
    <dgm:pt modelId="{94F0DF85-BD9E-42DF-9000-46C54F4C35CB}" type="pres">
      <dgm:prSet presAssocID="{C74CEA34-591A-4634-B3D8-64F0C0B18322}" presName="parentNode1" presStyleLbl="node1" presStyleIdx="2" presStyleCnt="7" custScaleX="247378" custScaleY="279159" custLinFactY="2304814" custLinFactNeighborX="72770" custLinFactNeighborY="2400000">
        <dgm:presLayoutVars>
          <dgm:chMax val="1"/>
          <dgm:bulletEnabled val="1"/>
        </dgm:presLayoutVars>
      </dgm:prSet>
      <dgm:spPr/>
    </dgm:pt>
    <dgm:pt modelId="{0CE9A487-B99F-4E04-B569-F6FF8C7EBBE9}" type="pres">
      <dgm:prSet presAssocID="{C74CEA34-591A-4634-B3D8-64F0C0B18322}" presName="connSite1" presStyleCnt="0"/>
      <dgm:spPr/>
    </dgm:pt>
    <dgm:pt modelId="{656F5FB0-D2F5-41E9-8794-0DA10A580397}" type="pres">
      <dgm:prSet presAssocID="{63F4645E-7F39-494B-A444-F266AC78F652}" presName="Name9" presStyleLbl="sibTrans2D1" presStyleIdx="2" presStyleCnt="6" custAng="1288724" custLinFactNeighborX="4541" custLinFactNeighborY="9644"/>
      <dgm:spPr/>
    </dgm:pt>
    <dgm:pt modelId="{603CAD84-DBAB-42F5-AECD-E0482BDA3683}" type="pres">
      <dgm:prSet presAssocID="{7CE54747-AAD6-4789-96DA-0DBCE558C3A9}" presName="composite2" presStyleCnt="0"/>
      <dgm:spPr/>
    </dgm:pt>
    <dgm:pt modelId="{9C051DD8-26F1-4DB2-B82C-5C692A9953A5}" type="pres">
      <dgm:prSet presAssocID="{7CE54747-AAD6-4789-96DA-0DBCE558C3A9}" presName="dummyNode2" presStyleLbl="node1" presStyleIdx="2" presStyleCnt="7"/>
      <dgm:spPr/>
    </dgm:pt>
    <dgm:pt modelId="{53BD72CB-238E-4F72-87E9-32B00B8C5622}" type="pres">
      <dgm:prSet presAssocID="{7CE54747-AAD6-4789-96DA-0DBCE558C3A9}" presName="childNode2" presStyleLbl="bgAcc1" presStyleIdx="3" presStyleCnt="7" custScaleX="283201" custScaleY="688355" custLinFactNeighborX="48891" custLinFactNeighborY="9064">
        <dgm:presLayoutVars>
          <dgm:bulletEnabled val="1"/>
        </dgm:presLayoutVars>
      </dgm:prSet>
      <dgm:spPr/>
    </dgm:pt>
    <dgm:pt modelId="{544DB96B-38C2-4C9C-97E5-5B2EE124089A}" type="pres">
      <dgm:prSet presAssocID="{7CE54747-AAD6-4789-96DA-0DBCE558C3A9}" presName="childNode2tx" presStyleLbl="bgAcc1" presStyleIdx="3" presStyleCnt="7">
        <dgm:presLayoutVars>
          <dgm:bulletEnabled val="1"/>
        </dgm:presLayoutVars>
      </dgm:prSet>
      <dgm:spPr/>
    </dgm:pt>
    <dgm:pt modelId="{65C02BC8-E1C7-45FC-B883-A09856D2E25C}" type="pres">
      <dgm:prSet presAssocID="{7CE54747-AAD6-4789-96DA-0DBCE558C3A9}" presName="parentNode2" presStyleLbl="node1" presStyleIdx="3" presStyleCnt="7" custScaleX="247378" custScaleY="279159" custLinFactX="1257" custLinFactY="-275564" custLinFactNeighborX="100000" custLinFactNeighborY="-300000">
        <dgm:presLayoutVars>
          <dgm:chMax val="0"/>
          <dgm:bulletEnabled val="1"/>
        </dgm:presLayoutVars>
      </dgm:prSet>
      <dgm:spPr/>
    </dgm:pt>
    <dgm:pt modelId="{B0B24AE3-FBDA-4458-A623-6349A56A65B2}" type="pres">
      <dgm:prSet presAssocID="{7CE54747-AAD6-4789-96DA-0DBCE558C3A9}" presName="connSite2" presStyleCnt="0"/>
      <dgm:spPr/>
    </dgm:pt>
    <dgm:pt modelId="{D1765604-A172-4143-9317-A9D71046D735}" type="pres">
      <dgm:prSet presAssocID="{20CAF2D4-9647-41E1-BE98-2B455560CC4E}" presName="Name18" presStyleLbl="sibTrans2D1" presStyleIdx="3" presStyleCnt="6" custScaleX="99999" custScaleY="191593" custLinFactNeighborX="30574" custLinFactNeighborY="68476"/>
      <dgm:spPr/>
    </dgm:pt>
    <dgm:pt modelId="{0160AD74-C563-4A77-AFF6-146EC55BA958}" type="pres">
      <dgm:prSet presAssocID="{2FDC5B3F-8C27-4831-B871-28852B135C8F}" presName="composite1" presStyleCnt="0"/>
      <dgm:spPr/>
    </dgm:pt>
    <dgm:pt modelId="{6B487553-2B9B-47E3-80D2-C12E91ABFF84}" type="pres">
      <dgm:prSet presAssocID="{2FDC5B3F-8C27-4831-B871-28852B135C8F}" presName="dummyNode1" presStyleLbl="node1" presStyleIdx="3" presStyleCnt="7"/>
      <dgm:spPr/>
    </dgm:pt>
    <dgm:pt modelId="{77313583-F7CF-4AD6-AF62-B7881FF11145}" type="pres">
      <dgm:prSet presAssocID="{2FDC5B3F-8C27-4831-B871-28852B135C8F}" presName="childNode1" presStyleLbl="bgAcc1" presStyleIdx="4" presStyleCnt="7" custFlipHor="1" custScaleX="5379" custScaleY="6522">
        <dgm:presLayoutVars>
          <dgm:bulletEnabled val="1"/>
        </dgm:presLayoutVars>
      </dgm:prSet>
      <dgm:spPr/>
    </dgm:pt>
    <dgm:pt modelId="{8C7B9EFD-B60E-48EA-B803-A66EB0450D88}" type="pres">
      <dgm:prSet presAssocID="{2FDC5B3F-8C27-4831-B871-28852B135C8F}" presName="childNode1tx" presStyleLbl="bgAcc1" presStyleIdx="4" presStyleCnt="7">
        <dgm:presLayoutVars>
          <dgm:bulletEnabled val="1"/>
        </dgm:presLayoutVars>
      </dgm:prSet>
      <dgm:spPr/>
    </dgm:pt>
    <dgm:pt modelId="{D66CD2B4-87D9-425F-A302-0F4F5CB93271}" type="pres">
      <dgm:prSet presAssocID="{2FDC5B3F-8C27-4831-B871-28852B135C8F}" presName="parentNode1" presStyleLbl="node1" presStyleIdx="4" presStyleCnt="7" custScaleX="247378" custScaleY="279159" custLinFactY="1391706" custLinFactNeighborX="37969" custLinFactNeighborY="1400000">
        <dgm:presLayoutVars>
          <dgm:chMax val="1"/>
          <dgm:bulletEnabled val="1"/>
        </dgm:presLayoutVars>
      </dgm:prSet>
      <dgm:spPr/>
    </dgm:pt>
    <dgm:pt modelId="{9F73DED1-BF8C-4497-AC90-51C27ECE40C5}" type="pres">
      <dgm:prSet presAssocID="{2FDC5B3F-8C27-4831-B871-28852B135C8F}" presName="connSite1" presStyleCnt="0"/>
      <dgm:spPr/>
    </dgm:pt>
    <dgm:pt modelId="{9DDC6F2B-6A90-4839-91E8-C50D983A2CB2}" type="pres">
      <dgm:prSet presAssocID="{CC56162A-1DD0-44E2-A854-CDEC2AD0EF4A}" presName="Name9" presStyleLbl="sibTrans2D1" presStyleIdx="4" presStyleCnt="6" custAng="9489816" custScaleX="127464" custScaleY="124162" custLinFactNeighborX="33741" custLinFactNeighborY="17157"/>
      <dgm:spPr/>
    </dgm:pt>
    <dgm:pt modelId="{8C976583-C5C8-4959-AC60-65105E9A07C6}" type="pres">
      <dgm:prSet presAssocID="{39280D85-217F-4B7A-9946-7F539EA042BF}" presName="composite2" presStyleCnt="0"/>
      <dgm:spPr/>
    </dgm:pt>
    <dgm:pt modelId="{6F6A1E49-3868-42D5-9A90-6A68BBB92DAC}" type="pres">
      <dgm:prSet presAssocID="{39280D85-217F-4B7A-9946-7F539EA042BF}" presName="dummyNode2" presStyleLbl="node1" presStyleIdx="4" presStyleCnt="7"/>
      <dgm:spPr/>
    </dgm:pt>
    <dgm:pt modelId="{E20E180C-F59E-4185-9596-1229DC664998}" type="pres">
      <dgm:prSet presAssocID="{39280D85-217F-4B7A-9946-7F539EA042BF}" presName="childNode2" presStyleLbl="bgAcc1" presStyleIdx="5" presStyleCnt="7" custScaleX="347394" custScaleY="433205">
        <dgm:presLayoutVars>
          <dgm:bulletEnabled val="1"/>
        </dgm:presLayoutVars>
      </dgm:prSet>
      <dgm:spPr/>
    </dgm:pt>
    <dgm:pt modelId="{723DB6B3-DC90-4B25-94B5-B4564BAF09D7}" type="pres">
      <dgm:prSet presAssocID="{39280D85-217F-4B7A-9946-7F539EA042BF}" presName="childNode2tx" presStyleLbl="bgAcc1" presStyleIdx="5" presStyleCnt="7">
        <dgm:presLayoutVars>
          <dgm:bulletEnabled val="1"/>
        </dgm:presLayoutVars>
      </dgm:prSet>
      <dgm:spPr/>
    </dgm:pt>
    <dgm:pt modelId="{9EDA5B89-0476-44A5-87D6-F0CF19C617F7}" type="pres">
      <dgm:prSet presAssocID="{39280D85-217F-4B7A-9946-7F539EA042BF}" presName="parentNode2" presStyleLbl="node1" presStyleIdx="5" presStyleCnt="7" custScaleX="247378" custScaleY="279159" custLinFactY="-1200000" custLinFactNeighborX="57342" custLinFactNeighborY="-1257413">
        <dgm:presLayoutVars>
          <dgm:chMax val="0"/>
          <dgm:bulletEnabled val="1"/>
        </dgm:presLayoutVars>
      </dgm:prSet>
      <dgm:spPr/>
    </dgm:pt>
    <dgm:pt modelId="{97CC10F7-BABC-4E47-B4A7-CE7BCD04909E}" type="pres">
      <dgm:prSet presAssocID="{39280D85-217F-4B7A-9946-7F539EA042BF}" presName="connSite2" presStyleCnt="0"/>
      <dgm:spPr/>
    </dgm:pt>
    <dgm:pt modelId="{D2225690-C0FD-45A7-9319-85C75A69117F}" type="pres">
      <dgm:prSet presAssocID="{11ACB229-8087-4634-AEE6-C8FDDBF2C6FA}" presName="Name18" presStyleLbl="sibTrans2D1" presStyleIdx="5" presStyleCnt="6" custAng="19607550" custScaleX="117325" custScaleY="114739" custLinFactNeighborX="7215" custLinFactNeighborY="-13073"/>
      <dgm:spPr/>
    </dgm:pt>
    <dgm:pt modelId="{45F5A7C1-8A73-4604-B0AD-3C1F857BCB82}" type="pres">
      <dgm:prSet presAssocID="{23F2AFDE-E112-4EB8-9373-F1974A3932DF}" presName="composite1" presStyleCnt="0"/>
      <dgm:spPr/>
    </dgm:pt>
    <dgm:pt modelId="{6B4C4474-A122-4CC8-96A9-39B813B6A4F6}" type="pres">
      <dgm:prSet presAssocID="{23F2AFDE-E112-4EB8-9373-F1974A3932DF}" presName="dummyNode1" presStyleLbl="node1" presStyleIdx="5" presStyleCnt="7"/>
      <dgm:spPr/>
    </dgm:pt>
    <dgm:pt modelId="{ADCA9546-7A80-44ED-8236-87D5502B8BF7}" type="pres">
      <dgm:prSet presAssocID="{23F2AFDE-E112-4EB8-9373-F1974A3932DF}" presName="childNode1" presStyleLbl="bgAcc1" presStyleIdx="6" presStyleCnt="7" custScaleX="257752" custScaleY="566832">
        <dgm:presLayoutVars>
          <dgm:bulletEnabled val="1"/>
        </dgm:presLayoutVars>
      </dgm:prSet>
      <dgm:spPr/>
    </dgm:pt>
    <dgm:pt modelId="{E74F5B89-256D-4E3D-B1D8-08F5E7164777}" type="pres">
      <dgm:prSet presAssocID="{23F2AFDE-E112-4EB8-9373-F1974A3932DF}" presName="childNode1tx" presStyleLbl="bgAcc1" presStyleIdx="6" presStyleCnt="7">
        <dgm:presLayoutVars>
          <dgm:bulletEnabled val="1"/>
        </dgm:presLayoutVars>
      </dgm:prSet>
      <dgm:spPr/>
    </dgm:pt>
    <dgm:pt modelId="{E8F2B99E-4A48-4237-9133-D9E15B756AA2}" type="pres">
      <dgm:prSet presAssocID="{23F2AFDE-E112-4EB8-9373-F1974A3932DF}" presName="parentNode1" presStyleLbl="node1" presStyleIdx="6" presStyleCnt="7" custScaleX="247378" custScaleY="279159" custLinFactY="1931375" custLinFactNeighborX="10919" custLinFactNeighborY="2000000">
        <dgm:presLayoutVars>
          <dgm:chMax val="1"/>
          <dgm:bulletEnabled val="1"/>
        </dgm:presLayoutVars>
      </dgm:prSet>
      <dgm:spPr/>
    </dgm:pt>
    <dgm:pt modelId="{8DDA85CD-6134-4834-8D73-4B85009F92C9}" type="pres">
      <dgm:prSet presAssocID="{23F2AFDE-E112-4EB8-9373-F1974A3932DF}" presName="connSite1" presStyleCnt="0"/>
      <dgm:spPr/>
    </dgm:pt>
  </dgm:ptLst>
  <dgm:cxnLst>
    <dgm:cxn modelId="{DD78AC04-EF12-410A-B915-FEB842CDDCAD}" srcId="{DD55D83E-9BBB-47E8-99EA-5FB9F1C0DD4D}" destId="{01D4EBA0-7FCE-42D9-8830-C119981472BF}" srcOrd="0" destOrd="0" parTransId="{DC3F6987-0A7B-4B8B-8FB5-9DB6C1C30494}" sibTransId="{88C188C6-D9BE-4E79-B0E0-DA38A706E4B2}"/>
    <dgm:cxn modelId="{A2EDF807-3F43-4E39-8062-CD6DA0FB45CC}" srcId="{DFD01E66-DEC8-413C-8957-83F7DE07DB35}" destId="{C74CEA34-591A-4634-B3D8-64F0C0B18322}" srcOrd="2" destOrd="0" parTransId="{730FEEDF-1D1C-4A5B-88F8-AA5662A31EAB}" sibTransId="{63F4645E-7F39-494B-A444-F266AC78F652}"/>
    <dgm:cxn modelId="{E648120A-B4EC-47A2-8826-A5584B98FFDD}" type="presOf" srcId="{EAB316F2-0851-472C-BFD2-A254674726A3}" destId="{1E99E6FB-D7CC-4696-BAFA-16B8CFA90E6D}" srcOrd="1" destOrd="1" presId="urn:microsoft.com/office/officeart/2005/8/layout/hProcess4"/>
    <dgm:cxn modelId="{80F87D0A-EF0C-4D6B-97D8-B1A0D8998C3C}" type="presOf" srcId="{5D259FFE-55B7-47CC-8A9F-246BBC863E59}" destId="{300FD939-5DC2-4823-AB5E-74E647F3BDF3}" srcOrd="0" destOrd="0" presId="urn:microsoft.com/office/officeart/2005/8/layout/hProcess4"/>
    <dgm:cxn modelId="{B50DAD0F-4693-4726-82AE-D009A808A423}" srcId="{7CE54747-AAD6-4789-96DA-0DBCE558C3A9}" destId="{30FABEC8-EDE2-44ED-9C62-0BD801190776}" srcOrd="0" destOrd="0" parTransId="{34457271-2A37-45CB-A739-460CCD1BCC15}" sibTransId="{8396BB0B-20BB-4244-88D5-BCB9983E836A}"/>
    <dgm:cxn modelId="{08542C1B-2A39-43A8-9A76-A3B9027320B7}" srcId="{DFD01E66-DEC8-413C-8957-83F7DE07DB35}" destId="{F51D24D3-40C2-4840-8727-3D0A26842A23}" srcOrd="0" destOrd="0" parTransId="{BAAB455F-8292-46AF-AA0A-28EB92800518}" sibTransId="{5D259FFE-55B7-47CC-8A9F-246BBC863E59}"/>
    <dgm:cxn modelId="{2AC94120-BD3F-4D6C-BD14-540E24875C04}" srcId="{23F2AFDE-E112-4EB8-9373-F1974A3932DF}" destId="{DDF11121-2A96-4E9A-B9F3-D85D7DDAD312}" srcOrd="0" destOrd="0" parTransId="{C56C1A87-770C-46EA-9991-91C3778580E1}" sibTransId="{F1F5433F-3835-44E8-9394-C2FFDC4B5698}"/>
    <dgm:cxn modelId="{6A2F8C20-2C58-444F-8E4C-9A697FDCFFD4}" type="presOf" srcId="{125F4AAE-19DE-4634-9AEC-74CF5FAB1322}" destId="{ADCA9546-7A80-44ED-8236-87D5502B8BF7}" srcOrd="0" destOrd="1" presId="urn:microsoft.com/office/officeart/2005/8/layout/hProcess4"/>
    <dgm:cxn modelId="{06AE7521-DC1B-4FD3-AABE-0520A0F01282}" type="presOf" srcId="{E495A780-9B73-44E6-92FB-FFE2476029F8}" destId="{431F33CD-74FD-4D74-BA6A-4141447D2F97}" srcOrd="0" destOrd="2" presId="urn:microsoft.com/office/officeart/2005/8/layout/hProcess4"/>
    <dgm:cxn modelId="{92CDBD26-FDF0-4231-B70B-BC100497F4F0}" type="presOf" srcId="{02EC874C-9B57-4D2A-AE29-7204180FF8E3}" destId="{BED60223-98CB-4012-A0FE-D08B29F9D43F}" srcOrd="0" destOrd="1" presId="urn:microsoft.com/office/officeart/2005/8/layout/hProcess4"/>
    <dgm:cxn modelId="{308A9C28-5C02-4FE2-BE68-316E1529AFB8}" srcId="{DFD01E66-DEC8-413C-8957-83F7DE07DB35}" destId="{7CE54747-AAD6-4789-96DA-0DBCE558C3A9}" srcOrd="3" destOrd="0" parTransId="{BEF2B279-661B-48E1-BF5D-2EA951A1B121}" sibTransId="{20CAF2D4-9647-41E1-BE98-2B455560CC4E}"/>
    <dgm:cxn modelId="{675BF131-CADA-4820-A719-8F3B5AD5CEE2}" type="presOf" srcId="{63FA69AE-EEA7-4FC5-85FA-19E5F090BF74}" destId="{723DB6B3-DC90-4B25-94B5-B4564BAF09D7}" srcOrd="1" destOrd="1" presId="urn:microsoft.com/office/officeart/2005/8/layout/hProcess4"/>
    <dgm:cxn modelId="{DECD5835-30D4-4F1F-95BB-1C059125BC6F}" type="presOf" srcId="{23F2AFDE-E112-4EB8-9373-F1974A3932DF}" destId="{E8F2B99E-4A48-4237-9133-D9E15B756AA2}" srcOrd="0" destOrd="0" presId="urn:microsoft.com/office/officeart/2005/8/layout/hProcess4"/>
    <dgm:cxn modelId="{65156E38-0942-4347-83F7-B0E5B4C6A3E1}" srcId="{39280D85-217F-4B7A-9946-7F539EA042BF}" destId="{C662B5AD-FD60-456E-9BC5-FC0BEF9A4D22}" srcOrd="0" destOrd="0" parTransId="{A30EF205-E3E7-4D17-82D9-7A14C836E6B3}" sibTransId="{7F6D9C96-8D2C-4A0B-8A48-94941E84C9DF}"/>
    <dgm:cxn modelId="{513AF43A-5C04-4E45-8994-1D455EE0D79C}" type="presOf" srcId="{8747AF22-39AE-4E7B-AF19-DBACD19B4791}" destId="{431F33CD-74FD-4D74-BA6A-4141447D2F97}" srcOrd="0" destOrd="3" presId="urn:microsoft.com/office/officeart/2005/8/layout/hProcess4"/>
    <dgm:cxn modelId="{80E81D3F-93D4-4C5B-A944-ADA74D338C16}" type="presOf" srcId="{02EC874C-9B57-4D2A-AE29-7204180FF8E3}" destId="{B4C4FA07-F33C-449F-9464-4258C8230568}" srcOrd="1" destOrd="1" presId="urn:microsoft.com/office/officeart/2005/8/layout/hProcess4"/>
    <dgm:cxn modelId="{BA59D35D-06D3-4185-A78B-F30D5954A8F7}" type="presOf" srcId="{BD8DF16E-0295-4698-824F-05C384691501}" destId="{E20E180C-F59E-4185-9596-1229DC664998}" srcOrd="0" destOrd="2" presId="urn:microsoft.com/office/officeart/2005/8/layout/hProcess4"/>
    <dgm:cxn modelId="{4916375F-8039-48C0-A651-5FCA243681BE}" type="presOf" srcId="{8747AF22-39AE-4E7B-AF19-DBACD19B4791}" destId="{1E99E6FB-D7CC-4696-BAFA-16B8CFA90E6D}" srcOrd="1" destOrd="3" presId="urn:microsoft.com/office/officeart/2005/8/layout/hProcess4"/>
    <dgm:cxn modelId="{3DC99B60-D26D-4227-A9EC-28BC9B5196F9}" type="presOf" srcId="{0297926F-F096-4F9B-9987-108D1A4E3217}" destId="{53BD72CB-238E-4F72-87E9-32B00B8C5622}" srcOrd="0" destOrd="1" presId="urn:microsoft.com/office/officeart/2005/8/layout/hProcess4"/>
    <dgm:cxn modelId="{3B0F1163-8A38-4521-AF3F-DF65556120C9}" srcId="{C74CEA34-591A-4634-B3D8-64F0C0B18322}" destId="{02EC874C-9B57-4D2A-AE29-7204180FF8E3}" srcOrd="1" destOrd="0" parTransId="{4DCE81D8-E33A-4832-9B29-6B4819B0E195}" sibTransId="{F88886BA-5B4A-4D2F-9649-F30B6663A935}"/>
    <dgm:cxn modelId="{9810C768-DE73-42BF-BB46-88AD3C508752}" type="presOf" srcId="{661B5C9E-373B-4DD7-B271-95F5B618DB27}" destId="{723DB6B3-DC90-4B25-94B5-B4564BAF09D7}" srcOrd="1" destOrd="3" presId="urn:microsoft.com/office/officeart/2005/8/layout/hProcess4"/>
    <dgm:cxn modelId="{E411CE6B-7359-4CFB-AB95-9DE603BFA6C0}" type="presOf" srcId="{DDF11121-2A96-4E9A-B9F3-D85D7DDAD312}" destId="{E74F5B89-256D-4E3D-B1D8-08F5E7164777}" srcOrd="1" destOrd="0" presId="urn:microsoft.com/office/officeart/2005/8/layout/hProcess4"/>
    <dgm:cxn modelId="{EFDEA56C-096D-40C3-9F04-43A8A983DF08}" srcId="{DD55D83E-9BBB-47E8-99EA-5FB9F1C0DD4D}" destId="{41DBE410-B7DA-4FEC-8E65-6998CD28E398}" srcOrd="1" destOrd="0" parTransId="{DA600615-F8E0-47E8-B827-FBB4059099FD}" sibTransId="{7386BE26-4BB7-48E0-AA2C-6BCCCE4980CC}"/>
    <dgm:cxn modelId="{9AC21150-9393-4BF6-AB1D-470D8B3B34B2}" type="presOf" srcId="{CC56162A-1DD0-44E2-A854-CDEC2AD0EF4A}" destId="{9DDC6F2B-6A90-4839-91E8-C50D983A2CB2}" srcOrd="0" destOrd="0" presId="urn:microsoft.com/office/officeart/2005/8/layout/hProcess4"/>
    <dgm:cxn modelId="{79DAA452-C683-4BF2-B732-506CBB330A33}" type="presOf" srcId="{41DBE410-B7DA-4FEC-8E65-6998CD28E398}" destId="{F128522D-BC5B-4C45-93E9-ED3474F9F35D}" srcOrd="0" destOrd="1" presId="urn:microsoft.com/office/officeart/2005/8/layout/hProcess4"/>
    <dgm:cxn modelId="{FDC22C53-4B79-4B64-AC03-424772E562B7}" type="presOf" srcId="{184D7219-21A9-4528-B405-7A04FAF25301}" destId="{1E99E6FB-D7CC-4696-BAFA-16B8CFA90E6D}" srcOrd="1" destOrd="0" presId="urn:microsoft.com/office/officeart/2005/8/layout/hProcess4"/>
    <dgm:cxn modelId="{8784DB53-BE60-4A8C-9512-E339989D01E5}" srcId="{C662B5AD-FD60-456E-9BC5-FC0BEF9A4D22}" destId="{BD8DF16E-0295-4698-824F-05C384691501}" srcOrd="1" destOrd="0" parTransId="{97190079-D0A5-4894-B0A8-DB0A33DF7C2A}" sibTransId="{C2592B6D-FBB3-4EA6-A83F-9A30443F21D9}"/>
    <dgm:cxn modelId="{027BE27D-CF76-461C-A25A-47E0CBFCB1AB}" type="presOf" srcId="{C662B5AD-FD60-456E-9BC5-FC0BEF9A4D22}" destId="{723DB6B3-DC90-4B25-94B5-B4564BAF09D7}" srcOrd="1" destOrd="0" presId="urn:microsoft.com/office/officeart/2005/8/layout/hProcess4"/>
    <dgm:cxn modelId="{C4044085-FCA8-4723-BAA7-15B96827440D}" type="presOf" srcId="{DFD01E66-DEC8-413C-8957-83F7DE07DB35}" destId="{25625F9E-24B6-4CCF-B4A4-5A5CEC83391E}" srcOrd="0" destOrd="0" presId="urn:microsoft.com/office/officeart/2005/8/layout/hProcess4"/>
    <dgm:cxn modelId="{ABB26C8D-1630-4958-AFAB-652FDDC0E0C8}" type="presOf" srcId="{887EF0BF-5D4D-459C-8402-3A24AADE6157}" destId="{C9ABF6BB-1B59-4FBF-B278-DA0711E2AC21}" srcOrd="0" destOrd="0" presId="urn:microsoft.com/office/officeart/2005/8/layout/hProcess4"/>
    <dgm:cxn modelId="{7152D091-3C0C-466E-827F-E017FF0C552E}" type="presOf" srcId="{11ACB229-8087-4634-AEE6-C8FDDBF2C6FA}" destId="{D2225690-C0FD-45A7-9319-85C75A69117F}" srcOrd="0" destOrd="0" presId="urn:microsoft.com/office/officeart/2005/8/layout/hProcess4"/>
    <dgm:cxn modelId="{ABB7A893-05B9-4BE5-84CE-827DDF77C1DF}" type="presOf" srcId="{01D4EBA0-7FCE-42D9-8830-C119981472BF}" destId="{F128522D-BC5B-4C45-93E9-ED3474F9F35D}" srcOrd="0" destOrd="0" presId="urn:microsoft.com/office/officeart/2005/8/layout/hProcess4"/>
    <dgm:cxn modelId="{401B3F95-18D0-4375-9F78-A3876785BCFA}" type="presOf" srcId="{DD55D83E-9BBB-47E8-99EA-5FB9F1C0DD4D}" destId="{9DDF4923-1372-4B94-98B9-13FACF3E4470}" srcOrd="0" destOrd="0" presId="urn:microsoft.com/office/officeart/2005/8/layout/hProcess4"/>
    <dgm:cxn modelId="{A053189B-8A16-4A3B-A99D-7F575518EC09}" srcId="{C74CEA34-591A-4634-B3D8-64F0C0B18322}" destId="{FBB339E5-2B2B-42C1-AEB7-CD142A39FDC4}" srcOrd="0" destOrd="0" parTransId="{7C0A0D8D-A911-4AFF-867A-D38DC7FAFF7B}" sibTransId="{DB45B919-1D38-4CA8-8B31-C3A5B46BC8A2}"/>
    <dgm:cxn modelId="{6254DCAA-2A9B-47E7-B196-1CCC89136975}" srcId="{F51D24D3-40C2-4840-8727-3D0A26842A23}" destId="{184D7219-21A9-4528-B405-7A04FAF25301}" srcOrd="0" destOrd="0" parTransId="{3FFC9CD8-35AE-4F60-8FB7-01E7B31E9ABE}" sibTransId="{F0293082-5D36-4ADA-8EA8-D6BC79C9FCC2}"/>
    <dgm:cxn modelId="{06B9D1AC-9820-46B7-9232-EF0176CACDA0}" type="presOf" srcId="{125F4AAE-19DE-4634-9AEC-74CF5FAB1322}" destId="{E74F5B89-256D-4E3D-B1D8-08F5E7164777}" srcOrd="1" destOrd="1" presId="urn:microsoft.com/office/officeart/2005/8/layout/hProcess4"/>
    <dgm:cxn modelId="{69E951AE-0C43-4163-80B2-F328B355FB7C}" type="presOf" srcId="{184D7219-21A9-4528-B405-7A04FAF25301}" destId="{431F33CD-74FD-4D74-BA6A-4141447D2F97}" srcOrd="0" destOrd="0" presId="urn:microsoft.com/office/officeart/2005/8/layout/hProcess4"/>
    <dgm:cxn modelId="{1B7BBAB2-7EE9-4DF5-927B-7515F7A8197C}" srcId="{F51D24D3-40C2-4840-8727-3D0A26842A23}" destId="{E495A780-9B73-44E6-92FB-FFE2476029F8}" srcOrd="2" destOrd="0" parTransId="{A6CAD7C1-0B95-4D15-B8CC-35B763E951F5}" sibTransId="{8FBA2D14-7F98-4E05-A408-63C045CD29BA}"/>
    <dgm:cxn modelId="{6709EEB8-93C1-4B61-BF74-4EB58CC9F975}" type="presOf" srcId="{C74CEA34-591A-4634-B3D8-64F0C0B18322}" destId="{94F0DF85-BD9E-42DF-9000-46C54F4C35CB}" srcOrd="0" destOrd="0" presId="urn:microsoft.com/office/officeart/2005/8/layout/hProcess4"/>
    <dgm:cxn modelId="{50F3FDB9-0AAD-453D-9446-C707C3985C06}" srcId="{23F2AFDE-E112-4EB8-9373-F1974A3932DF}" destId="{125F4AAE-19DE-4634-9AEC-74CF5FAB1322}" srcOrd="1" destOrd="0" parTransId="{C3505271-B10F-44C3-B9FE-4C9E86B7811A}" sibTransId="{FFADBAB9-10FD-412F-85B4-3B8113B76C7E}"/>
    <dgm:cxn modelId="{51A637BA-93B8-4F6C-A53C-BF9465399E14}" type="presOf" srcId="{30FABEC8-EDE2-44ED-9C62-0BD801190776}" destId="{544DB96B-38C2-4C9C-97E5-5B2EE124089A}" srcOrd="1" destOrd="0" presId="urn:microsoft.com/office/officeart/2005/8/layout/hProcess4"/>
    <dgm:cxn modelId="{BAD8C5BB-2AA7-4A4D-A889-804CE322BB12}" type="presOf" srcId="{63F4645E-7F39-494B-A444-F266AC78F652}" destId="{656F5FB0-D2F5-41E9-8794-0DA10A580397}" srcOrd="0" destOrd="0" presId="urn:microsoft.com/office/officeart/2005/8/layout/hProcess4"/>
    <dgm:cxn modelId="{BC8367BE-151A-4C66-B545-7B9FE0848E67}" srcId="{DFD01E66-DEC8-413C-8957-83F7DE07DB35}" destId="{DD55D83E-9BBB-47E8-99EA-5FB9F1C0DD4D}" srcOrd="1" destOrd="0" parTransId="{4C495E6A-99B1-4B99-A4BF-9E7527E1BB2B}" sibTransId="{887EF0BF-5D4D-459C-8402-3A24AADE6157}"/>
    <dgm:cxn modelId="{3C2941C0-9173-47F0-A79F-470EEAD5718D}" type="presOf" srcId="{0297926F-F096-4F9B-9987-108D1A4E3217}" destId="{544DB96B-38C2-4C9C-97E5-5B2EE124089A}" srcOrd="1" destOrd="1" presId="urn:microsoft.com/office/officeart/2005/8/layout/hProcess4"/>
    <dgm:cxn modelId="{4477DBC0-64DD-4806-9CD6-3A76939FE489}" type="presOf" srcId="{BD8DF16E-0295-4698-824F-05C384691501}" destId="{723DB6B3-DC90-4B25-94B5-B4564BAF09D7}" srcOrd="1" destOrd="2" presId="urn:microsoft.com/office/officeart/2005/8/layout/hProcess4"/>
    <dgm:cxn modelId="{16E569C4-EDC0-4396-8E1E-72344B886487}" srcId="{F51D24D3-40C2-4840-8727-3D0A26842A23}" destId="{EAB316F2-0851-472C-BFD2-A254674726A3}" srcOrd="1" destOrd="0" parTransId="{61F8B88C-0CD0-4134-AEC8-3F03672CB59B}" sibTransId="{4BE2AEFF-3FBD-470E-BA7F-43C5258167C3}"/>
    <dgm:cxn modelId="{C00C6ACC-129B-458C-9F76-6923656A684E}" srcId="{DFD01E66-DEC8-413C-8957-83F7DE07DB35}" destId="{39280D85-217F-4B7A-9946-7F539EA042BF}" srcOrd="5" destOrd="0" parTransId="{73C8A543-E3B8-4714-99A0-9DAB744EFE94}" sibTransId="{11ACB229-8087-4634-AEE6-C8FDDBF2C6FA}"/>
    <dgm:cxn modelId="{C0E60ECD-D4DE-4476-8DB1-AC53AE0692E4}" type="presOf" srcId="{C662B5AD-FD60-456E-9BC5-FC0BEF9A4D22}" destId="{E20E180C-F59E-4185-9596-1229DC664998}" srcOrd="0" destOrd="0" presId="urn:microsoft.com/office/officeart/2005/8/layout/hProcess4"/>
    <dgm:cxn modelId="{016ADACD-DDF1-495A-B757-03599ECCB79E}" type="presOf" srcId="{661B5C9E-373B-4DD7-B271-95F5B618DB27}" destId="{E20E180C-F59E-4185-9596-1229DC664998}" srcOrd="0" destOrd="3" presId="urn:microsoft.com/office/officeart/2005/8/layout/hProcess4"/>
    <dgm:cxn modelId="{54B1E2D4-9887-4A10-B32F-A7026FFAA126}" type="presOf" srcId="{EAB316F2-0851-472C-BFD2-A254674726A3}" destId="{431F33CD-74FD-4D74-BA6A-4141447D2F97}" srcOrd="0" destOrd="1" presId="urn:microsoft.com/office/officeart/2005/8/layout/hProcess4"/>
    <dgm:cxn modelId="{FBDBCFD6-C019-4203-9AED-A868688C1E40}" type="presOf" srcId="{FBB339E5-2B2B-42C1-AEB7-CD142A39FDC4}" destId="{B4C4FA07-F33C-449F-9464-4258C8230568}" srcOrd="1" destOrd="0" presId="urn:microsoft.com/office/officeart/2005/8/layout/hProcess4"/>
    <dgm:cxn modelId="{98E26ADA-2239-4C10-AB10-C50D6978B4EC}" type="presOf" srcId="{39280D85-217F-4B7A-9946-7F539EA042BF}" destId="{9EDA5B89-0476-44A5-87D6-F0CF19C617F7}" srcOrd="0" destOrd="0" presId="urn:microsoft.com/office/officeart/2005/8/layout/hProcess4"/>
    <dgm:cxn modelId="{5F964BDE-7DA7-4BED-B18D-CF8E44AE6AC0}" type="presOf" srcId="{01D4EBA0-7FCE-42D9-8830-C119981472BF}" destId="{B0472583-29FE-4A8D-8C30-5FB19D9E8AFC}" srcOrd="1" destOrd="0" presId="urn:microsoft.com/office/officeart/2005/8/layout/hProcess4"/>
    <dgm:cxn modelId="{A3D490E3-54A5-4E2A-BE91-FCCE083913F1}" type="presOf" srcId="{F51D24D3-40C2-4840-8727-3D0A26842A23}" destId="{C70CF685-1E08-420B-AFFB-E1415BE8E77E}" srcOrd="0" destOrd="0" presId="urn:microsoft.com/office/officeart/2005/8/layout/hProcess4"/>
    <dgm:cxn modelId="{3F77F8E4-C447-4E29-BC64-3212D55D0CAA}" type="presOf" srcId="{20CAF2D4-9647-41E1-BE98-2B455560CC4E}" destId="{D1765604-A172-4143-9317-A9D71046D735}" srcOrd="0" destOrd="0" presId="urn:microsoft.com/office/officeart/2005/8/layout/hProcess4"/>
    <dgm:cxn modelId="{85D3D8E6-FC0F-48F6-933C-3064CDB1483B}" type="presOf" srcId="{30FABEC8-EDE2-44ED-9C62-0BD801190776}" destId="{53BD72CB-238E-4F72-87E9-32B00B8C5622}" srcOrd="0" destOrd="0" presId="urn:microsoft.com/office/officeart/2005/8/layout/hProcess4"/>
    <dgm:cxn modelId="{98C79BE9-213B-467A-96CF-1A159EE9C1A1}" srcId="{DFD01E66-DEC8-413C-8957-83F7DE07DB35}" destId="{2FDC5B3F-8C27-4831-B871-28852B135C8F}" srcOrd="4" destOrd="0" parTransId="{95E0A8A0-4396-475A-A783-B498BD7E6C5C}" sibTransId="{CC56162A-1DD0-44E2-A854-CDEC2AD0EF4A}"/>
    <dgm:cxn modelId="{6E9439EB-FA5F-42AD-B8E2-917F90CE07C9}" type="presOf" srcId="{FBB339E5-2B2B-42C1-AEB7-CD142A39FDC4}" destId="{BED60223-98CB-4012-A0FE-D08B29F9D43F}" srcOrd="0" destOrd="0" presId="urn:microsoft.com/office/officeart/2005/8/layout/hProcess4"/>
    <dgm:cxn modelId="{E0CDC5EB-B7C6-48CF-8BE3-CDF15F7A7AE1}" srcId="{F51D24D3-40C2-4840-8727-3D0A26842A23}" destId="{8747AF22-39AE-4E7B-AF19-DBACD19B4791}" srcOrd="3" destOrd="0" parTransId="{E1040AD1-C057-4936-BD5B-A03C39156E2F}" sibTransId="{C4F1B4FC-6B18-469A-890F-E016CA9A88BD}"/>
    <dgm:cxn modelId="{BFE4B7EE-1E06-40AD-B4BE-E9E5EEF72935}" srcId="{C662B5AD-FD60-456E-9BC5-FC0BEF9A4D22}" destId="{661B5C9E-373B-4DD7-B271-95F5B618DB27}" srcOrd="2" destOrd="0" parTransId="{F2945679-B35A-4E52-BC3C-615E217A1C89}" sibTransId="{774A69FA-56CA-4FB6-AED8-10B6062FC48A}"/>
    <dgm:cxn modelId="{DA1810F1-07D3-4036-AA8F-AA47C3302854}" srcId="{7CE54747-AAD6-4789-96DA-0DBCE558C3A9}" destId="{0297926F-F096-4F9B-9987-108D1A4E3217}" srcOrd="1" destOrd="0" parTransId="{B21316B0-9325-4D2E-B300-F72C8CAA74DD}" sibTransId="{6E7BF455-B50F-47DD-990D-E7C2104DF2FA}"/>
    <dgm:cxn modelId="{7A16CEF2-BA08-4276-A1C2-E79FC77FA44D}" type="presOf" srcId="{63FA69AE-EEA7-4FC5-85FA-19E5F090BF74}" destId="{E20E180C-F59E-4185-9596-1229DC664998}" srcOrd="0" destOrd="1" presId="urn:microsoft.com/office/officeart/2005/8/layout/hProcess4"/>
    <dgm:cxn modelId="{3D3A52F4-02FB-4F7E-86CB-2F419BD044DF}" type="presOf" srcId="{E495A780-9B73-44E6-92FB-FFE2476029F8}" destId="{1E99E6FB-D7CC-4696-BAFA-16B8CFA90E6D}" srcOrd="1" destOrd="2" presId="urn:microsoft.com/office/officeart/2005/8/layout/hProcess4"/>
    <dgm:cxn modelId="{FA6DE7F4-89D4-41EF-909A-B3C7DFDA8390}" type="presOf" srcId="{41DBE410-B7DA-4FEC-8E65-6998CD28E398}" destId="{B0472583-29FE-4A8D-8C30-5FB19D9E8AFC}" srcOrd="1" destOrd="1" presId="urn:microsoft.com/office/officeart/2005/8/layout/hProcess4"/>
    <dgm:cxn modelId="{673B0AF7-9EDE-4480-8698-EE6696E26494}" srcId="{C662B5AD-FD60-456E-9BC5-FC0BEF9A4D22}" destId="{63FA69AE-EEA7-4FC5-85FA-19E5F090BF74}" srcOrd="0" destOrd="0" parTransId="{66294E49-E36B-47E2-A27D-F5B621F7A256}" sibTransId="{D295FB55-0347-491F-B083-3DC7DE57B214}"/>
    <dgm:cxn modelId="{FDB4D5F9-8A9D-4985-9CBC-A677584491B1}" type="presOf" srcId="{DDF11121-2A96-4E9A-B9F3-D85D7DDAD312}" destId="{ADCA9546-7A80-44ED-8236-87D5502B8BF7}" srcOrd="0" destOrd="0" presId="urn:microsoft.com/office/officeart/2005/8/layout/hProcess4"/>
    <dgm:cxn modelId="{5BE349FB-E43B-4537-9EE0-A8CA69AC6ED9}" srcId="{DFD01E66-DEC8-413C-8957-83F7DE07DB35}" destId="{23F2AFDE-E112-4EB8-9373-F1974A3932DF}" srcOrd="6" destOrd="0" parTransId="{50BAED3B-834B-4063-83AA-F689EF5F6ACE}" sibTransId="{61CB9330-61C1-42A3-9E42-F4B92425FB5F}"/>
    <dgm:cxn modelId="{ABA567FD-0072-4E12-AF7E-D2602C80602E}" type="presOf" srcId="{7CE54747-AAD6-4789-96DA-0DBCE558C3A9}" destId="{65C02BC8-E1C7-45FC-B883-A09856D2E25C}" srcOrd="0" destOrd="0" presId="urn:microsoft.com/office/officeart/2005/8/layout/hProcess4"/>
    <dgm:cxn modelId="{2BC2E6FD-F98E-4B04-A83D-A6DFCF046105}" type="presOf" srcId="{2FDC5B3F-8C27-4831-B871-28852B135C8F}" destId="{D66CD2B4-87D9-425F-A302-0F4F5CB93271}" srcOrd="0" destOrd="0" presId="urn:microsoft.com/office/officeart/2005/8/layout/hProcess4"/>
    <dgm:cxn modelId="{7256F6F3-C48F-42C6-BE70-35B048A6711C}" type="presParOf" srcId="{25625F9E-24B6-4CCF-B4A4-5A5CEC83391E}" destId="{59C7614B-EEEE-4F56-B9F8-917399E95434}" srcOrd="0" destOrd="0" presId="urn:microsoft.com/office/officeart/2005/8/layout/hProcess4"/>
    <dgm:cxn modelId="{69010B21-0266-4337-B171-FF872C58DC86}" type="presParOf" srcId="{25625F9E-24B6-4CCF-B4A4-5A5CEC83391E}" destId="{F5B4D61E-6849-434B-9D87-2CAAAD856771}" srcOrd="1" destOrd="0" presId="urn:microsoft.com/office/officeart/2005/8/layout/hProcess4"/>
    <dgm:cxn modelId="{95922879-5CCC-4710-82E0-6859BE477E3C}" type="presParOf" srcId="{25625F9E-24B6-4CCF-B4A4-5A5CEC83391E}" destId="{ED3F7027-36AC-4DCC-A988-4EAFC98D7D9B}" srcOrd="2" destOrd="0" presId="urn:microsoft.com/office/officeart/2005/8/layout/hProcess4"/>
    <dgm:cxn modelId="{72A6B507-379D-4987-A4DC-EE6AC4886E04}" type="presParOf" srcId="{ED3F7027-36AC-4DCC-A988-4EAFC98D7D9B}" destId="{4D68F194-FB4C-4621-BA9B-46376EE69849}" srcOrd="0" destOrd="0" presId="urn:microsoft.com/office/officeart/2005/8/layout/hProcess4"/>
    <dgm:cxn modelId="{5088A1C2-B932-4974-B696-00833015DB60}" type="presParOf" srcId="{4D68F194-FB4C-4621-BA9B-46376EE69849}" destId="{9EC0BB0F-40D1-4055-9E1F-69B91814FBE6}" srcOrd="0" destOrd="0" presId="urn:microsoft.com/office/officeart/2005/8/layout/hProcess4"/>
    <dgm:cxn modelId="{BCC34255-9472-4680-8E9C-8ED848ECF357}" type="presParOf" srcId="{4D68F194-FB4C-4621-BA9B-46376EE69849}" destId="{431F33CD-74FD-4D74-BA6A-4141447D2F97}" srcOrd="1" destOrd="0" presId="urn:microsoft.com/office/officeart/2005/8/layout/hProcess4"/>
    <dgm:cxn modelId="{B225D153-BE62-446B-B73C-C4DD8EC76863}" type="presParOf" srcId="{4D68F194-FB4C-4621-BA9B-46376EE69849}" destId="{1E99E6FB-D7CC-4696-BAFA-16B8CFA90E6D}" srcOrd="2" destOrd="0" presId="urn:microsoft.com/office/officeart/2005/8/layout/hProcess4"/>
    <dgm:cxn modelId="{84DC29E4-0885-401A-8036-56D6E082510D}" type="presParOf" srcId="{4D68F194-FB4C-4621-BA9B-46376EE69849}" destId="{C70CF685-1E08-420B-AFFB-E1415BE8E77E}" srcOrd="3" destOrd="0" presId="urn:microsoft.com/office/officeart/2005/8/layout/hProcess4"/>
    <dgm:cxn modelId="{F142DC8E-E11B-44D5-A5AB-28926FD6DCA1}" type="presParOf" srcId="{4D68F194-FB4C-4621-BA9B-46376EE69849}" destId="{0D551CF8-D891-43C3-8182-A25DA12ABF81}" srcOrd="4" destOrd="0" presId="urn:microsoft.com/office/officeart/2005/8/layout/hProcess4"/>
    <dgm:cxn modelId="{2E914DEA-E1DD-4D84-9B73-7E423EF296B1}" type="presParOf" srcId="{ED3F7027-36AC-4DCC-A988-4EAFC98D7D9B}" destId="{300FD939-5DC2-4823-AB5E-74E647F3BDF3}" srcOrd="1" destOrd="0" presId="urn:microsoft.com/office/officeart/2005/8/layout/hProcess4"/>
    <dgm:cxn modelId="{D6826E7D-4CDB-4017-9E80-8EE30BA43566}" type="presParOf" srcId="{ED3F7027-36AC-4DCC-A988-4EAFC98D7D9B}" destId="{7932DB0D-86A9-4DA3-98B6-BD25AA7A5B89}" srcOrd="2" destOrd="0" presId="urn:microsoft.com/office/officeart/2005/8/layout/hProcess4"/>
    <dgm:cxn modelId="{E4A94E88-57E7-4D50-888C-D7379BAF7D00}" type="presParOf" srcId="{7932DB0D-86A9-4DA3-98B6-BD25AA7A5B89}" destId="{B36C3253-9C13-4828-A273-72AC612A9F22}" srcOrd="0" destOrd="0" presId="urn:microsoft.com/office/officeart/2005/8/layout/hProcess4"/>
    <dgm:cxn modelId="{C7256AB5-2ACC-44A0-9B70-F3DF280198F5}" type="presParOf" srcId="{7932DB0D-86A9-4DA3-98B6-BD25AA7A5B89}" destId="{F128522D-BC5B-4C45-93E9-ED3474F9F35D}" srcOrd="1" destOrd="0" presId="urn:microsoft.com/office/officeart/2005/8/layout/hProcess4"/>
    <dgm:cxn modelId="{D78D6DCC-BDB0-4E89-B82D-8A6E38F9A509}" type="presParOf" srcId="{7932DB0D-86A9-4DA3-98B6-BD25AA7A5B89}" destId="{B0472583-29FE-4A8D-8C30-5FB19D9E8AFC}" srcOrd="2" destOrd="0" presId="urn:microsoft.com/office/officeart/2005/8/layout/hProcess4"/>
    <dgm:cxn modelId="{EE68000C-37E9-44A0-AFA7-A87797000454}" type="presParOf" srcId="{7932DB0D-86A9-4DA3-98B6-BD25AA7A5B89}" destId="{9DDF4923-1372-4B94-98B9-13FACF3E4470}" srcOrd="3" destOrd="0" presId="urn:microsoft.com/office/officeart/2005/8/layout/hProcess4"/>
    <dgm:cxn modelId="{D3275A96-E5D8-4B2E-A810-3AC46B99429D}" type="presParOf" srcId="{7932DB0D-86A9-4DA3-98B6-BD25AA7A5B89}" destId="{6CCB2191-4FC9-4460-B875-3E9AC256E94F}" srcOrd="4" destOrd="0" presId="urn:microsoft.com/office/officeart/2005/8/layout/hProcess4"/>
    <dgm:cxn modelId="{F38248D5-0E92-4687-9F06-919952061E9B}" type="presParOf" srcId="{ED3F7027-36AC-4DCC-A988-4EAFC98D7D9B}" destId="{C9ABF6BB-1B59-4FBF-B278-DA0711E2AC21}" srcOrd="3" destOrd="0" presId="urn:microsoft.com/office/officeart/2005/8/layout/hProcess4"/>
    <dgm:cxn modelId="{51C88882-DE3C-4F07-8D72-DF2A5E60AC4D}" type="presParOf" srcId="{ED3F7027-36AC-4DCC-A988-4EAFC98D7D9B}" destId="{4E70AE97-589D-4344-B8BA-A79F0569649F}" srcOrd="4" destOrd="0" presId="urn:microsoft.com/office/officeart/2005/8/layout/hProcess4"/>
    <dgm:cxn modelId="{70495FCE-321B-4EF2-BBE9-2CECF3837326}" type="presParOf" srcId="{4E70AE97-589D-4344-B8BA-A79F0569649F}" destId="{24CFFA1A-EDB9-4313-BFC4-05CCD80CD0FD}" srcOrd="0" destOrd="0" presId="urn:microsoft.com/office/officeart/2005/8/layout/hProcess4"/>
    <dgm:cxn modelId="{29E9770B-51AA-476E-9AB3-3D9E3BED98DB}" type="presParOf" srcId="{4E70AE97-589D-4344-B8BA-A79F0569649F}" destId="{BED60223-98CB-4012-A0FE-D08B29F9D43F}" srcOrd="1" destOrd="0" presId="urn:microsoft.com/office/officeart/2005/8/layout/hProcess4"/>
    <dgm:cxn modelId="{97EF8A21-988C-49DA-B372-267E81AD86E4}" type="presParOf" srcId="{4E70AE97-589D-4344-B8BA-A79F0569649F}" destId="{B4C4FA07-F33C-449F-9464-4258C8230568}" srcOrd="2" destOrd="0" presId="urn:microsoft.com/office/officeart/2005/8/layout/hProcess4"/>
    <dgm:cxn modelId="{E881B596-DD4C-4384-9439-9A9C929B2A39}" type="presParOf" srcId="{4E70AE97-589D-4344-B8BA-A79F0569649F}" destId="{94F0DF85-BD9E-42DF-9000-46C54F4C35CB}" srcOrd="3" destOrd="0" presId="urn:microsoft.com/office/officeart/2005/8/layout/hProcess4"/>
    <dgm:cxn modelId="{5177155E-5996-4254-B569-2573D0245ABB}" type="presParOf" srcId="{4E70AE97-589D-4344-B8BA-A79F0569649F}" destId="{0CE9A487-B99F-4E04-B569-F6FF8C7EBBE9}" srcOrd="4" destOrd="0" presId="urn:microsoft.com/office/officeart/2005/8/layout/hProcess4"/>
    <dgm:cxn modelId="{CEB25AE9-1E92-4B78-A7ED-715D89320BFC}" type="presParOf" srcId="{ED3F7027-36AC-4DCC-A988-4EAFC98D7D9B}" destId="{656F5FB0-D2F5-41E9-8794-0DA10A580397}" srcOrd="5" destOrd="0" presId="urn:microsoft.com/office/officeart/2005/8/layout/hProcess4"/>
    <dgm:cxn modelId="{E5A7CB95-360E-401B-B0BF-1360BEC498E7}" type="presParOf" srcId="{ED3F7027-36AC-4DCC-A988-4EAFC98D7D9B}" destId="{603CAD84-DBAB-42F5-AECD-E0482BDA3683}" srcOrd="6" destOrd="0" presId="urn:microsoft.com/office/officeart/2005/8/layout/hProcess4"/>
    <dgm:cxn modelId="{E44979FB-BE68-461F-A114-40E36CBAD94D}" type="presParOf" srcId="{603CAD84-DBAB-42F5-AECD-E0482BDA3683}" destId="{9C051DD8-26F1-4DB2-B82C-5C692A9953A5}" srcOrd="0" destOrd="0" presId="urn:microsoft.com/office/officeart/2005/8/layout/hProcess4"/>
    <dgm:cxn modelId="{2789D677-A755-4C64-88BE-79E7E9CA697D}" type="presParOf" srcId="{603CAD84-DBAB-42F5-AECD-E0482BDA3683}" destId="{53BD72CB-238E-4F72-87E9-32B00B8C5622}" srcOrd="1" destOrd="0" presId="urn:microsoft.com/office/officeart/2005/8/layout/hProcess4"/>
    <dgm:cxn modelId="{85011830-95C0-4406-97E0-4FB454F1646B}" type="presParOf" srcId="{603CAD84-DBAB-42F5-AECD-E0482BDA3683}" destId="{544DB96B-38C2-4C9C-97E5-5B2EE124089A}" srcOrd="2" destOrd="0" presId="urn:microsoft.com/office/officeart/2005/8/layout/hProcess4"/>
    <dgm:cxn modelId="{B7E0BC07-321E-4B5E-9153-DF8DD33198D1}" type="presParOf" srcId="{603CAD84-DBAB-42F5-AECD-E0482BDA3683}" destId="{65C02BC8-E1C7-45FC-B883-A09856D2E25C}" srcOrd="3" destOrd="0" presId="urn:microsoft.com/office/officeart/2005/8/layout/hProcess4"/>
    <dgm:cxn modelId="{0A1549B1-D6C7-4E89-9616-3215CF6BFEE4}" type="presParOf" srcId="{603CAD84-DBAB-42F5-AECD-E0482BDA3683}" destId="{B0B24AE3-FBDA-4458-A623-6349A56A65B2}" srcOrd="4" destOrd="0" presId="urn:microsoft.com/office/officeart/2005/8/layout/hProcess4"/>
    <dgm:cxn modelId="{74F29F3C-0A7A-46A2-BF2F-D3502CC463F8}" type="presParOf" srcId="{ED3F7027-36AC-4DCC-A988-4EAFC98D7D9B}" destId="{D1765604-A172-4143-9317-A9D71046D735}" srcOrd="7" destOrd="0" presId="urn:microsoft.com/office/officeart/2005/8/layout/hProcess4"/>
    <dgm:cxn modelId="{5752581C-9DFF-4609-BB64-4F0E4FA9093B}" type="presParOf" srcId="{ED3F7027-36AC-4DCC-A988-4EAFC98D7D9B}" destId="{0160AD74-C563-4A77-AFF6-146EC55BA958}" srcOrd="8" destOrd="0" presId="urn:microsoft.com/office/officeart/2005/8/layout/hProcess4"/>
    <dgm:cxn modelId="{95A65BCB-FC57-4CD5-80C9-4BEFB41C1D1C}" type="presParOf" srcId="{0160AD74-C563-4A77-AFF6-146EC55BA958}" destId="{6B487553-2B9B-47E3-80D2-C12E91ABFF84}" srcOrd="0" destOrd="0" presId="urn:microsoft.com/office/officeart/2005/8/layout/hProcess4"/>
    <dgm:cxn modelId="{24FDB5CA-EA1F-40AF-A6A5-4A69E2E8824C}" type="presParOf" srcId="{0160AD74-C563-4A77-AFF6-146EC55BA958}" destId="{77313583-F7CF-4AD6-AF62-B7881FF11145}" srcOrd="1" destOrd="0" presId="urn:microsoft.com/office/officeart/2005/8/layout/hProcess4"/>
    <dgm:cxn modelId="{3D377F26-C999-48B7-8DD6-750A7667EB41}" type="presParOf" srcId="{0160AD74-C563-4A77-AFF6-146EC55BA958}" destId="{8C7B9EFD-B60E-48EA-B803-A66EB0450D88}" srcOrd="2" destOrd="0" presId="urn:microsoft.com/office/officeart/2005/8/layout/hProcess4"/>
    <dgm:cxn modelId="{F31EC916-1777-4873-A07D-0BB54B518D00}" type="presParOf" srcId="{0160AD74-C563-4A77-AFF6-146EC55BA958}" destId="{D66CD2B4-87D9-425F-A302-0F4F5CB93271}" srcOrd="3" destOrd="0" presId="urn:microsoft.com/office/officeart/2005/8/layout/hProcess4"/>
    <dgm:cxn modelId="{1066E399-B433-4F6E-A41E-6B1AB90BE780}" type="presParOf" srcId="{0160AD74-C563-4A77-AFF6-146EC55BA958}" destId="{9F73DED1-BF8C-4497-AC90-51C27ECE40C5}" srcOrd="4" destOrd="0" presId="urn:microsoft.com/office/officeart/2005/8/layout/hProcess4"/>
    <dgm:cxn modelId="{5674C0B5-286A-4E8A-A6CD-1983F90C20D2}" type="presParOf" srcId="{ED3F7027-36AC-4DCC-A988-4EAFC98D7D9B}" destId="{9DDC6F2B-6A90-4839-91E8-C50D983A2CB2}" srcOrd="9" destOrd="0" presId="urn:microsoft.com/office/officeart/2005/8/layout/hProcess4"/>
    <dgm:cxn modelId="{37825AD0-D717-4447-926E-A71F92A2FFA7}" type="presParOf" srcId="{ED3F7027-36AC-4DCC-A988-4EAFC98D7D9B}" destId="{8C976583-C5C8-4959-AC60-65105E9A07C6}" srcOrd="10" destOrd="0" presId="urn:microsoft.com/office/officeart/2005/8/layout/hProcess4"/>
    <dgm:cxn modelId="{D111BCD1-9600-47F9-B7C9-0A07AFC5A3B2}" type="presParOf" srcId="{8C976583-C5C8-4959-AC60-65105E9A07C6}" destId="{6F6A1E49-3868-42D5-9A90-6A68BBB92DAC}" srcOrd="0" destOrd="0" presId="urn:microsoft.com/office/officeart/2005/8/layout/hProcess4"/>
    <dgm:cxn modelId="{E6A594C1-6B94-4912-B0C0-BE96454E75E8}" type="presParOf" srcId="{8C976583-C5C8-4959-AC60-65105E9A07C6}" destId="{E20E180C-F59E-4185-9596-1229DC664998}" srcOrd="1" destOrd="0" presId="urn:microsoft.com/office/officeart/2005/8/layout/hProcess4"/>
    <dgm:cxn modelId="{A8F0C3ED-3EA9-4413-8D26-8F2FB8DA6E8F}" type="presParOf" srcId="{8C976583-C5C8-4959-AC60-65105E9A07C6}" destId="{723DB6B3-DC90-4B25-94B5-B4564BAF09D7}" srcOrd="2" destOrd="0" presId="urn:microsoft.com/office/officeart/2005/8/layout/hProcess4"/>
    <dgm:cxn modelId="{89CA6633-2CED-4062-907A-0A61134DAE3D}" type="presParOf" srcId="{8C976583-C5C8-4959-AC60-65105E9A07C6}" destId="{9EDA5B89-0476-44A5-87D6-F0CF19C617F7}" srcOrd="3" destOrd="0" presId="urn:microsoft.com/office/officeart/2005/8/layout/hProcess4"/>
    <dgm:cxn modelId="{E69356C3-922B-44EB-8CC3-A473EE03F79D}" type="presParOf" srcId="{8C976583-C5C8-4959-AC60-65105E9A07C6}" destId="{97CC10F7-BABC-4E47-B4A7-CE7BCD04909E}" srcOrd="4" destOrd="0" presId="urn:microsoft.com/office/officeart/2005/8/layout/hProcess4"/>
    <dgm:cxn modelId="{7BCF7B93-47FF-4D5B-A005-6EE4B68F1863}" type="presParOf" srcId="{ED3F7027-36AC-4DCC-A988-4EAFC98D7D9B}" destId="{D2225690-C0FD-45A7-9319-85C75A69117F}" srcOrd="11" destOrd="0" presId="urn:microsoft.com/office/officeart/2005/8/layout/hProcess4"/>
    <dgm:cxn modelId="{ED7A3353-880A-4203-9FCF-238BF7A5CFA6}" type="presParOf" srcId="{ED3F7027-36AC-4DCC-A988-4EAFC98D7D9B}" destId="{45F5A7C1-8A73-4604-B0AD-3C1F857BCB82}" srcOrd="12" destOrd="0" presId="urn:microsoft.com/office/officeart/2005/8/layout/hProcess4"/>
    <dgm:cxn modelId="{0D7DFED3-CD97-4534-A7C9-7EE9860EC47F}" type="presParOf" srcId="{45F5A7C1-8A73-4604-B0AD-3C1F857BCB82}" destId="{6B4C4474-A122-4CC8-96A9-39B813B6A4F6}" srcOrd="0" destOrd="0" presId="urn:microsoft.com/office/officeart/2005/8/layout/hProcess4"/>
    <dgm:cxn modelId="{95F02CEF-C96F-4E0B-BC57-F8406B0CF98C}" type="presParOf" srcId="{45F5A7C1-8A73-4604-B0AD-3C1F857BCB82}" destId="{ADCA9546-7A80-44ED-8236-87D5502B8BF7}" srcOrd="1" destOrd="0" presId="urn:microsoft.com/office/officeart/2005/8/layout/hProcess4"/>
    <dgm:cxn modelId="{46B0C002-6070-45A5-9ED2-0E52299527A0}" type="presParOf" srcId="{45F5A7C1-8A73-4604-B0AD-3C1F857BCB82}" destId="{E74F5B89-256D-4E3D-B1D8-08F5E7164777}" srcOrd="2" destOrd="0" presId="urn:microsoft.com/office/officeart/2005/8/layout/hProcess4"/>
    <dgm:cxn modelId="{0E9E50AB-C73A-41A3-8348-68E250492328}" type="presParOf" srcId="{45F5A7C1-8A73-4604-B0AD-3C1F857BCB82}" destId="{E8F2B99E-4A48-4237-9133-D9E15B756AA2}" srcOrd="3" destOrd="0" presId="urn:microsoft.com/office/officeart/2005/8/layout/hProcess4"/>
    <dgm:cxn modelId="{5354C77B-A22C-4EB0-A411-A1EE7CAAB326}" type="presParOf" srcId="{45F5A7C1-8A73-4604-B0AD-3C1F857BCB82}" destId="{8DDA85CD-6134-4834-8D73-4B85009F92C9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1F33CD-74FD-4D74-BA6A-4141447D2F97}">
      <dsp:nvSpPr>
        <dsp:cNvPr id="0" name=""/>
        <dsp:cNvSpPr/>
      </dsp:nvSpPr>
      <dsp:spPr>
        <a:xfrm>
          <a:off x="38863" y="1573839"/>
          <a:ext cx="2542879" cy="4956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Input: Unstructured EHRs (from the MIMIC-IV dataset).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De-identification: Remove/replace PHI with placeholders.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Normalization &amp; Tagging: Clean text, expand abbreviations, detect headers and tables.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Text Splitting: Clinical-aware and structure-aware chunking (~256 words, 20% overlap)</a:t>
          </a:r>
        </a:p>
      </dsp:txBody>
      <dsp:txXfrm>
        <a:off x="113341" y="1648317"/>
        <a:ext cx="2393923" cy="3745451"/>
      </dsp:txXfrm>
    </dsp:sp>
    <dsp:sp modelId="{300FD939-5DC2-4823-AB5E-74E647F3BDF3}">
      <dsp:nvSpPr>
        <dsp:cNvPr id="0" name=""/>
        <dsp:cNvSpPr/>
      </dsp:nvSpPr>
      <dsp:spPr>
        <a:xfrm rot="2214038">
          <a:off x="1334764" y="4060271"/>
          <a:ext cx="3361294" cy="3361294"/>
        </a:xfrm>
        <a:prstGeom prst="leftCircularArrow">
          <a:avLst>
            <a:gd name="adj1" fmla="val 870"/>
            <a:gd name="adj2" fmla="val 101571"/>
            <a:gd name="adj3" fmla="val 20844512"/>
            <a:gd name="adj4" fmla="val 6391919"/>
            <a:gd name="adj5" fmla="val 1015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0CF685-1E08-420B-AFFB-E1415BE8E77E}">
      <dsp:nvSpPr>
        <dsp:cNvPr id="0" name=""/>
        <dsp:cNvSpPr/>
      </dsp:nvSpPr>
      <dsp:spPr>
        <a:xfrm>
          <a:off x="933096" y="5955291"/>
          <a:ext cx="1803292" cy="8092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Arial Rounded MT Bold" panose="020F0704030504030204" pitchFamily="34" charset="0"/>
            </a:rPr>
            <a:t>Data Ingestion &amp; Pre-Processing</a:t>
          </a:r>
        </a:p>
      </dsp:txBody>
      <dsp:txXfrm>
        <a:off x="956798" y="5978993"/>
        <a:ext cx="1755888" cy="761833"/>
      </dsp:txXfrm>
    </dsp:sp>
    <dsp:sp modelId="{F128522D-BC5B-4C45-93E9-ED3474F9F35D}">
      <dsp:nvSpPr>
        <dsp:cNvPr id="0" name=""/>
        <dsp:cNvSpPr/>
      </dsp:nvSpPr>
      <dsp:spPr>
        <a:xfrm>
          <a:off x="2830404" y="1927259"/>
          <a:ext cx="2498479" cy="46757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780253"/>
              <a:satOff val="-973"/>
              <a:lumOff val="2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Before embedding, NER models identify and tag key medical entities (diseases, medications, symptoms, procedures, etc.).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These tags enhance semantic representation and improve retrieval relevance in the later stages.</a:t>
          </a:r>
        </a:p>
      </dsp:txBody>
      <dsp:txXfrm>
        <a:off x="2903582" y="3002390"/>
        <a:ext cx="2352123" cy="3527471"/>
      </dsp:txXfrm>
    </dsp:sp>
    <dsp:sp modelId="{C9ABF6BB-1B59-4FBF-B278-DA0711E2AC21}">
      <dsp:nvSpPr>
        <dsp:cNvPr id="0" name=""/>
        <dsp:cNvSpPr/>
      </dsp:nvSpPr>
      <dsp:spPr>
        <a:xfrm rot="19832228">
          <a:off x="4039127" y="1223603"/>
          <a:ext cx="3325481" cy="3563063"/>
        </a:xfrm>
        <a:prstGeom prst="circularArrow">
          <a:avLst>
            <a:gd name="adj1" fmla="val 871"/>
            <a:gd name="adj2" fmla="val 101715"/>
            <a:gd name="adj3" fmla="val 861890"/>
            <a:gd name="adj4" fmla="val 15314627"/>
            <a:gd name="adj5" fmla="val 1016"/>
          </a:avLst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F4923-1372-4B94-98B9-13FACF3E4470}">
      <dsp:nvSpPr>
        <dsp:cNvPr id="0" name=""/>
        <dsp:cNvSpPr/>
      </dsp:nvSpPr>
      <dsp:spPr>
        <a:xfrm>
          <a:off x="3739894" y="1726238"/>
          <a:ext cx="1803292" cy="809237"/>
        </a:xfrm>
        <a:prstGeom prst="roundRect">
          <a:avLst>
            <a:gd name="adj" fmla="val 10000"/>
          </a:avLst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Arial Rounded MT Bold" panose="020F0704030504030204" pitchFamily="34" charset="0"/>
            </a:rPr>
            <a:t>Named Entity Recognition (NER)</a:t>
          </a:r>
        </a:p>
      </dsp:txBody>
      <dsp:txXfrm>
        <a:off x="3763596" y="1749940"/>
        <a:ext cx="1755888" cy="761833"/>
      </dsp:txXfrm>
    </dsp:sp>
    <dsp:sp modelId="{BED60223-98CB-4012-A0FE-D08B29F9D43F}">
      <dsp:nvSpPr>
        <dsp:cNvPr id="0" name=""/>
        <dsp:cNvSpPr/>
      </dsp:nvSpPr>
      <dsp:spPr>
        <a:xfrm>
          <a:off x="5571001" y="2107238"/>
          <a:ext cx="2317799" cy="4352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Each processed chunk (with NER tags) is converted into dense embeddings using a biomedical embedding model (e.g., </a:t>
          </a:r>
          <a:r>
            <a:rPr lang="en-IN" sz="1800" kern="1200" dirty="0" err="1"/>
            <a:t>BioClinicalBERT</a:t>
          </a:r>
          <a:r>
            <a:rPr lang="en-IN" sz="1800" kern="1200" dirty="0"/>
            <a:t>).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Stored in a vector database (FAISS / Pinecone) for efficient semantic retrieval.</a:t>
          </a:r>
        </a:p>
      </dsp:txBody>
      <dsp:txXfrm>
        <a:off x="5638887" y="2175124"/>
        <a:ext cx="2182027" cy="3284089"/>
      </dsp:txXfrm>
    </dsp:sp>
    <dsp:sp modelId="{656F5FB0-D2F5-41E9-8794-0DA10A580397}">
      <dsp:nvSpPr>
        <dsp:cNvPr id="0" name=""/>
        <dsp:cNvSpPr/>
      </dsp:nvSpPr>
      <dsp:spPr>
        <a:xfrm rot="1288724">
          <a:off x="6170835" y="3922836"/>
          <a:ext cx="3220150" cy="3220150"/>
        </a:xfrm>
        <a:prstGeom prst="leftCircularArrow">
          <a:avLst>
            <a:gd name="adj1" fmla="val 908"/>
            <a:gd name="adj2" fmla="val 106113"/>
            <a:gd name="adj3" fmla="val 20916063"/>
            <a:gd name="adj4" fmla="val 6458928"/>
            <a:gd name="adj5" fmla="val 1059"/>
          </a:avLst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F0DF85-BD9E-42DF-9000-46C54F4C35CB}">
      <dsp:nvSpPr>
        <dsp:cNvPr id="0" name=""/>
        <dsp:cNvSpPr/>
      </dsp:nvSpPr>
      <dsp:spPr>
        <a:xfrm>
          <a:off x="6254493" y="5917238"/>
          <a:ext cx="1803292" cy="809237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Arial Rounded MT Bold" panose="020F0704030504030204" pitchFamily="34" charset="0"/>
            </a:rPr>
            <a:t>Embedding &amp; Vector Store</a:t>
          </a:r>
        </a:p>
      </dsp:txBody>
      <dsp:txXfrm>
        <a:off x="6278195" y="5940940"/>
        <a:ext cx="1755888" cy="761833"/>
      </dsp:txXfrm>
    </dsp:sp>
    <dsp:sp modelId="{53BD72CB-238E-4F72-87E9-32B00B8C5622}">
      <dsp:nvSpPr>
        <dsp:cNvPr id="0" name=""/>
        <dsp:cNvSpPr/>
      </dsp:nvSpPr>
      <dsp:spPr>
        <a:xfrm>
          <a:off x="8188036" y="2023230"/>
          <a:ext cx="2322481" cy="46560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Based on the query (Resident ID, date, or clinical question), the retriever fetches top-relevant note segments from the vector store.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These retrieved segments form the context for the LLM.</a:t>
          </a:r>
          <a:endParaRPr lang="en-IN" sz="1800" kern="1200" dirty="0"/>
        </a:p>
      </dsp:txBody>
      <dsp:txXfrm>
        <a:off x="8256059" y="3088969"/>
        <a:ext cx="2186435" cy="3522247"/>
      </dsp:txXfrm>
    </dsp:sp>
    <dsp:sp modelId="{D1765604-A172-4143-9317-A9D71046D735}">
      <dsp:nvSpPr>
        <dsp:cNvPr id="0" name=""/>
        <dsp:cNvSpPr/>
      </dsp:nvSpPr>
      <dsp:spPr>
        <a:xfrm>
          <a:off x="9378689" y="2412040"/>
          <a:ext cx="2494428" cy="4779197"/>
        </a:xfrm>
        <a:prstGeom prst="circularArrow">
          <a:avLst>
            <a:gd name="adj1" fmla="val 1172"/>
            <a:gd name="adj2" fmla="val 137792"/>
            <a:gd name="adj3" fmla="val 1597721"/>
            <a:gd name="adj4" fmla="val 16086535"/>
            <a:gd name="adj5" fmla="val 1367"/>
          </a:avLst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02BC8-E1C7-45FC-B883-A09856D2E25C}">
      <dsp:nvSpPr>
        <dsp:cNvPr id="0" name=""/>
        <dsp:cNvSpPr/>
      </dsp:nvSpPr>
      <dsp:spPr>
        <a:xfrm>
          <a:off x="8921490" y="1878639"/>
          <a:ext cx="1803292" cy="809237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Arial Rounded MT Bold" panose="020F0704030504030204" pitchFamily="34" charset="0"/>
            </a:rPr>
            <a:t>Retrieval &amp; Query Handling</a:t>
          </a:r>
        </a:p>
      </dsp:txBody>
      <dsp:txXfrm>
        <a:off x="8945192" y="1902341"/>
        <a:ext cx="1755888" cy="761833"/>
      </dsp:txXfrm>
    </dsp:sp>
    <dsp:sp modelId="{77313583-F7CF-4AD6-AF62-B7881FF11145}">
      <dsp:nvSpPr>
        <dsp:cNvPr id="0" name=""/>
        <dsp:cNvSpPr/>
      </dsp:nvSpPr>
      <dsp:spPr>
        <a:xfrm flipH="1">
          <a:off x="10991677" y="4138030"/>
          <a:ext cx="44112" cy="441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DC6F2B-6A90-4839-91E8-C50D983A2CB2}">
      <dsp:nvSpPr>
        <dsp:cNvPr id="0" name=""/>
        <dsp:cNvSpPr/>
      </dsp:nvSpPr>
      <dsp:spPr>
        <a:xfrm rot="9489816">
          <a:off x="11302310" y="3560312"/>
          <a:ext cx="3453769" cy="3364298"/>
        </a:xfrm>
        <a:prstGeom prst="circularArrow">
          <a:avLst>
            <a:gd name="adj1" fmla="val 1079"/>
            <a:gd name="adj2" fmla="val 126588"/>
            <a:gd name="adj3" fmla="val 156704"/>
            <a:gd name="adj4" fmla="val 7279094"/>
            <a:gd name="adj5" fmla="val 1259"/>
          </a:avLst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6CD2B4-87D9-425F-A302-0F4F5CB93271}">
      <dsp:nvSpPr>
        <dsp:cNvPr id="0" name=""/>
        <dsp:cNvSpPr/>
      </dsp:nvSpPr>
      <dsp:spPr>
        <a:xfrm>
          <a:off x="10525548" y="5098681"/>
          <a:ext cx="1803292" cy="809237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Arial Rounded MT Bold" panose="020F0704030504030204" pitchFamily="34" charset="0"/>
            </a:rPr>
            <a:t>Prompt Construction</a:t>
          </a:r>
        </a:p>
      </dsp:txBody>
      <dsp:txXfrm>
        <a:off x="10549250" y="5122383"/>
        <a:ext cx="1755888" cy="761833"/>
      </dsp:txXfrm>
    </dsp:sp>
    <dsp:sp modelId="{E20E180C-F59E-4185-9596-1229DC664998}">
      <dsp:nvSpPr>
        <dsp:cNvPr id="0" name=""/>
        <dsp:cNvSpPr/>
      </dsp:nvSpPr>
      <dsp:spPr>
        <a:xfrm>
          <a:off x="12191257" y="2824834"/>
          <a:ext cx="2848917" cy="293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901266"/>
              <a:satOff val="-4866"/>
              <a:lumOff val="11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The model generates:</a:t>
          </a:r>
          <a:endParaRPr lang="en-IN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Structured patient summary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Identified risk factors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Prioritized differential diagnoses</a:t>
          </a:r>
          <a:r>
            <a:rPr lang="en-US" sz="1800" kern="1200" dirty="0"/>
            <a:t> - each linked to supporting text for traceability.</a:t>
          </a:r>
        </a:p>
      </dsp:txBody>
      <dsp:txXfrm>
        <a:off x="12258689" y="3520163"/>
        <a:ext cx="2714053" cy="2167423"/>
      </dsp:txXfrm>
    </dsp:sp>
    <dsp:sp modelId="{D2225690-C0FD-45A7-9319-85C75A69117F}">
      <dsp:nvSpPr>
        <dsp:cNvPr id="0" name=""/>
        <dsp:cNvSpPr/>
      </dsp:nvSpPr>
      <dsp:spPr>
        <a:xfrm rot="19607550">
          <a:off x="13462887" y="1897708"/>
          <a:ext cx="3143945" cy="3074648"/>
        </a:xfrm>
        <a:prstGeom prst="circularArrow">
          <a:avLst>
            <a:gd name="adj1" fmla="val 1091"/>
            <a:gd name="adj2" fmla="val 128035"/>
            <a:gd name="adj3" fmla="val 21469028"/>
            <a:gd name="adj4" fmla="val 14348085"/>
            <a:gd name="adj5" fmla="val 1273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A5B89-0476-44A5-87D6-F0CF19C617F7}">
      <dsp:nvSpPr>
        <dsp:cNvPr id="0" name=""/>
        <dsp:cNvSpPr/>
      </dsp:nvSpPr>
      <dsp:spPr>
        <a:xfrm>
          <a:off x="13268751" y="2662440"/>
          <a:ext cx="1803292" cy="809237"/>
        </a:xfrm>
        <a:prstGeom prst="roundRect">
          <a:avLst>
            <a:gd name="adj" fmla="val 10000"/>
          </a:avLst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Arial Rounded MT Bold" panose="020F0704030504030204" pitchFamily="34" charset="0"/>
            </a:rPr>
            <a:t>LLM Processing (LLAMA-3)</a:t>
          </a:r>
        </a:p>
      </dsp:txBody>
      <dsp:txXfrm>
        <a:off x="13292453" y="2686142"/>
        <a:ext cx="1755888" cy="761833"/>
      </dsp:txXfrm>
    </dsp:sp>
    <dsp:sp modelId="{ADCA9546-7A80-44ED-8236-87D5502B8BF7}">
      <dsp:nvSpPr>
        <dsp:cNvPr id="0" name=""/>
        <dsp:cNvSpPr/>
      </dsp:nvSpPr>
      <dsp:spPr>
        <a:xfrm>
          <a:off x="15179371" y="2372910"/>
          <a:ext cx="2113779" cy="38340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Produces a </a:t>
          </a:r>
          <a:r>
            <a:rPr lang="en-US" sz="1800" b="1" kern="1200" dirty="0"/>
            <a:t>structured, explainable summary table</a:t>
          </a:r>
          <a:r>
            <a:rPr lang="en-US" sz="1800" kern="1200" dirty="0"/>
            <a:t> including demographics, history, risk factors, and diagnosis list with evidence citations.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800" kern="1200" dirty="0"/>
        </a:p>
      </dsp:txBody>
      <dsp:txXfrm>
        <a:off x="15241281" y="2434820"/>
        <a:ext cx="1989959" cy="2888633"/>
      </dsp:txXfrm>
    </dsp:sp>
    <dsp:sp modelId="{E8F2B99E-4A48-4237-9133-D9E15B756AA2}">
      <dsp:nvSpPr>
        <dsp:cNvPr id="0" name=""/>
        <dsp:cNvSpPr/>
      </dsp:nvSpPr>
      <dsp:spPr>
        <a:xfrm>
          <a:off x="15500199" y="5638800"/>
          <a:ext cx="1803292" cy="809237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 Rounded MT Bold" panose="020F0704030504030204" pitchFamily="34" charset="0"/>
            </a:rPr>
            <a:t>Output</a:t>
          </a:r>
          <a:endParaRPr lang="en-IN" sz="1600" kern="1200" dirty="0">
            <a:latin typeface="Arial Rounded MT Bold" panose="020F0704030504030204" pitchFamily="34" charset="0"/>
          </a:endParaRPr>
        </a:p>
      </dsp:txBody>
      <dsp:txXfrm>
        <a:off x="15523901" y="5662502"/>
        <a:ext cx="1755888" cy="7618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000" y="4446393"/>
            <a:ext cx="16562835" cy="3496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67087" lvl="1" indent="-533543">
              <a:lnSpc>
                <a:spcPts val="6919"/>
              </a:lnSpc>
              <a:buFont typeface="Arial"/>
              <a:buChar char="•"/>
            </a:pPr>
            <a:r>
              <a:rPr lang="en-US" sz="4942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TEAM  NAME :</a:t>
            </a:r>
          </a:p>
          <a:p>
            <a:pPr marL="1067087" lvl="1" indent="-533543">
              <a:lnSpc>
                <a:spcPts val="6919"/>
              </a:lnSpc>
              <a:buFont typeface="Arial"/>
              <a:buChar char="•"/>
            </a:pPr>
            <a:r>
              <a:rPr lang="en-US" sz="4942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IIIT :</a:t>
            </a:r>
          </a:p>
          <a:p>
            <a:pPr marL="1067087" lvl="1" indent="-533543">
              <a:lnSpc>
                <a:spcPts val="6919"/>
              </a:lnSpc>
              <a:buFont typeface="Arial"/>
              <a:buChar char="•"/>
            </a:pPr>
            <a:r>
              <a:rPr lang="en-US" sz="4942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PROBLEM STAETEMENT NUMBER:</a:t>
            </a:r>
          </a:p>
          <a:p>
            <a:pPr marL="1067087" lvl="1" indent="-533543">
              <a:lnSpc>
                <a:spcPts val="6919"/>
              </a:lnSpc>
              <a:buFont typeface="Arial"/>
              <a:buChar char="•"/>
            </a:pPr>
            <a:r>
              <a:rPr lang="en-US" sz="4942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DOMAIN 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02627" y="9258300"/>
            <a:ext cx="19680517" cy="1704491"/>
            <a:chOff x="0" y="0"/>
            <a:chExt cx="5183346" cy="4489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57085" y="401718"/>
            <a:ext cx="1827407" cy="1117767"/>
          </a:xfrm>
          <a:custGeom>
            <a:avLst/>
            <a:gdLst/>
            <a:ahLst/>
            <a:cxnLst/>
            <a:rect l="l" t="t" r="r" b="b"/>
            <a:pathLst>
              <a:path w="1827407" h="1117767">
                <a:moveTo>
                  <a:pt x="0" y="0"/>
                </a:moveTo>
                <a:lnTo>
                  <a:pt x="1827407" y="0"/>
                </a:lnTo>
                <a:lnTo>
                  <a:pt x="1827407" y="1117767"/>
                </a:lnTo>
                <a:lnTo>
                  <a:pt x="0" y="111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623" b="-36863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380253" y="401718"/>
            <a:ext cx="1308008" cy="1308008"/>
          </a:xfrm>
          <a:custGeom>
            <a:avLst/>
            <a:gdLst/>
            <a:ahLst/>
            <a:cxnLst/>
            <a:rect l="l" t="t" r="r" b="b"/>
            <a:pathLst>
              <a:path w="1308008" h="1308008">
                <a:moveTo>
                  <a:pt x="0" y="0"/>
                </a:moveTo>
                <a:lnTo>
                  <a:pt x="1308008" y="0"/>
                </a:lnTo>
                <a:lnTo>
                  <a:pt x="1308008" y="1308008"/>
                </a:lnTo>
                <a:lnTo>
                  <a:pt x="0" y="130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028700" y="749523"/>
            <a:ext cx="15544800" cy="3114675"/>
            <a:chOff x="0" y="0"/>
            <a:chExt cx="20726400" cy="4152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0726400" cy="4162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759"/>
                </a:lnSpc>
              </a:pPr>
              <a:r>
                <a:rPr lang="en-US" sz="7299" b="1">
                  <a:solidFill>
                    <a:srgbClr val="1800A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UDBHAV ROUND 2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2627546"/>
            <a:ext cx="15544800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ONLINE ROUND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482919" y="9409430"/>
            <a:ext cx="17526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57085" y="401718"/>
            <a:ext cx="1827407" cy="1117767"/>
          </a:xfrm>
          <a:custGeom>
            <a:avLst/>
            <a:gdLst/>
            <a:ahLst/>
            <a:cxnLst/>
            <a:rect l="l" t="t" r="r" b="b"/>
            <a:pathLst>
              <a:path w="1827407" h="1117767">
                <a:moveTo>
                  <a:pt x="0" y="0"/>
                </a:moveTo>
                <a:lnTo>
                  <a:pt x="1827407" y="0"/>
                </a:lnTo>
                <a:lnTo>
                  <a:pt x="1827407" y="1117767"/>
                </a:lnTo>
                <a:lnTo>
                  <a:pt x="0" y="111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623" b="-36863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502627" y="9258300"/>
            <a:ext cx="19680517" cy="1704491"/>
            <a:chOff x="0" y="0"/>
            <a:chExt cx="5183346" cy="448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425471" y="9409430"/>
            <a:ext cx="290155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id="10" name="Freeform 10"/>
          <p:cNvSpPr/>
          <p:nvPr/>
        </p:nvSpPr>
        <p:spPr>
          <a:xfrm>
            <a:off x="8380253" y="401718"/>
            <a:ext cx="1308008" cy="1308008"/>
          </a:xfrm>
          <a:custGeom>
            <a:avLst/>
            <a:gdLst/>
            <a:ahLst/>
            <a:cxnLst/>
            <a:rect l="l" t="t" r="r" b="b"/>
            <a:pathLst>
              <a:path w="1308008" h="1308008">
                <a:moveTo>
                  <a:pt x="0" y="0"/>
                </a:moveTo>
                <a:lnTo>
                  <a:pt x="1308008" y="0"/>
                </a:lnTo>
                <a:lnTo>
                  <a:pt x="1308008" y="1308008"/>
                </a:lnTo>
                <a:lnTo>
                  <a:pt x="0" y="130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25988" y="1802926"/>
            <a:ext cx="15544800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PROBLEM STATEMANT AND APPROACH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0CFB35-B758-5510-C637-A999CD15C2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5" t="22054" r="751" b="4684"/>
          <a:stretch>
            <a:fillRect/>
          </a:stretch>
        </p:blipFill>
        <p:spPr bwMode="auto">
          <a:xfrm>
            <a:off x="304799" y="2561971"/>
            <a:ext cx="8839201" cy="686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BCDAE3-D1DF-871A-EB8A-ADC3F1CB7F33}"/>
              </a:ext>
            </a:extLst>
          </p:cNvPr>
          <p:cNvSpPr txBox="1"/>
          <p:nvPr/>
        </p:nvSpPr>
        <p:spPr>
          <a:xfrm>
            <a:off x="9337020" y="3264460"/>
            <a:ext cx="837860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Clinicians handle </a:t>
            </a:r>
            <a:r>
              <a:rPr lang="en-US" sz="3200" b="1" dirty="0"/>
              <a:t>large volumes of unstructured clinical notes</a:t>
            </a:r>
            <a:r>
              <a:rPr lang="en-US" sz="3200" dirty="0"/>
              <a:t> (progress notes, reports, summaries).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80%</a:t>
            </a:r>
            <a:r>
              <a:rPr lang="en-US" sz="3200" dirty="0"/>
              <a:t> of healthcare data is </a:t>
            </a:r>
            <a:r>
              <a:rPr lang="en-US" sz="3200" b="1" dirty="0"/>
              <a:t>unstructured</a:t>
            </a:r>
            <a:r>
              <a:rPr lang="en-US" sz="3200" dirty="0"/>
              <a:t> (clinical notes, reports, text).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Clinicians spend </a:t>
            </a:r>
            <a:r>
              <a:rPr lang="en-US" sz="3200" b="1" dirty="0"/>
              <a:t>20–100 minutes daily</a:t>
            </a:r>
            <a:r>
              <a:rPr lang="en-US" sz="3200" dirty="0"/>
              <a:t> writing and </a:t>
            </a:r>
            <a:r>
              <a:rPr lang="en-US" sz="3200" b="1" dirty="0"/>
              <a:t>7–50 minutes reading</a:t>
            </a:r>
            <a:r>
              <a:rPr lang="en-US" sz="3200" dirty="0"/>
              <a:t> notes.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Some doctors spend </a:t>
            </a:r>
            <a:r>
              <a:rPr lang="en-US" sz="3200" b="1" dirty="0"/>
              <a:t>2 extra hours on documentation</a:t>
            </a:r>
            <a:r>
              <a:rPr lang="en-US" sz="3200" dirty="0"/>
              <a:t> for every hour of patient care.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59%</a:t>
            </a:r>
            <a:r>
              <a:rPr lang="en-US" sz="3200" dirty="0"/>
              <a:t> of patient-reported note errors relate to the </a:t>
            </a:r>
            <a:r>
              <a:rPr lang="en-US" sz="3200" b="1" dirty="0"/>
              <a:t>diagnostic process</a:t>
            </a:r>
            <a:r>
              <a:rPr lang="en-US" sz="32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E2D99-65AC-8D87-51D8-CB0E1A3B2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5307DA7-6986-0F6F-608F-EFE5BAA8B9D2}"/>
              </a:ext>
            </a:extLst>
          </p:cNvPr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783CC41-7EEF-4628-8369-3CBBC203B74D}"/>
                </a:ext>
              </a:extLst>
            </p:cNvPr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8058E5-21F2-8C73-032E-690BDAF80DA6}"/>
                </a:ext>
              </a:extLst>
            </p:cNvPr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AD5E858-9D83-6DF1-4A7D-DE642B1A3BF0}"/>
              </a:ext>
            </a:extLst>
          </p:cNvPr>
          <p:cNvSpPr/>
          <p:nvPr/>
        </p:nvSpPr>
        <p:spPr>
          <a:xfrm>
            <a:off x="15857085" y="401718"/>
            <a:ext cx="1827407" cy="1117767"/>
          </a:xfrm>
          <a:custGeom>
            <a:avLst/>
            <a:gdLst/>
            <a:ahLst/>
            <a:cxnLst/>
            <a:rect l="l" t="t" r="r" b="b"/>
            <a:pathLst>
              <a:path w="1827407" h="1117767">
                <a:moveTo>
                  <a:pt x="0" y="0"/>
                </a:moveTo>
                <a:lnTo>
                  <a:pt x="1827407" y="0"/>
                </a:lnTo>
                <a:lnTo>
                  <a:pt x="1827407" y="1117767"/>
                </a:lnTo>
                <a:lnTo>
                  <a:pt x="0" y="111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623" b="-36863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C765150-D70A-0DFB-84CF-DA0399693ABC}"/>
              </a:ext>
            </a:extLst>
          </p:cNvPr>
          <p:cNvGrpSpPr/>
          <p:nvPr/>
        </p:nvGrpSpPr>
        <p:grpSpPr>
          <a:xfrm>
            <a:off x="-502627" y="9258300"/>
            <a:ext cx="19680517" cy="1704491"/>
            <a:chOff x="0" y="0"/>
            <a:chExt cx="5183346" cy="44891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507F653-9C95-80A4-7FB1-77D09B53A5EE}"/>
                </a:ext>
              </a:extLst>
            </p:cNvPr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DC868B5-EF8A-5466-C317-D5064349316B}"/>
                </a:ext>
              </a:extLst>
            </p:cNvPr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984D4917-A976-7551-088D-DA8FC7F02B2B}"/>
              </a:ext>
            </a:extLst>
          </p:cNvPr>
          <p:cNvSpPr txBox="1"/>
          <p:nvPr/>
        </p:nvSpPr>
        <p:spPr>
          <a:xfrm>
            <a:off x="17425471" y="9409430"/>
            <a:ext cx="290155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8CCF2BD-76E0-C9FC-7A63-FF4BB3928F27}"/>
              </a:ext>
            </a:extLst>
          </p:cNvPr>
          <p:cNvSpPr/>
          <p:nvPr/>
        </p:nvSpPr>
        <p:spPr>
          <a:xfrm>
            <a:off x="8380253" y="401718"/>
            <a:ext cx="1308008" cy="1308008"/>
          </a:xfrm>
          <a:custGeom>
            <a:avLst/>
            <a:gdLst/>
            <a:ahLst/>
            <a:cxnLst/>
            <a:rect l="l" t="t" r="r" b="b"/>
            <a:pathLst>
              <a:path w="1308008" h="1308008">
                <a:moveTo>
                  <a:pt x="0" y="0"/>
                </a:moveTo>
                <a:lnTo>
                  <a:pt x="1308008" y="0"/>
                </a:lnTo>
                <a:lnTo>
                  <a:pt x="1308008" y="1308008"/>
                </a:lnTo>
                <a:lnTo>
                  <a:pt x="0" y="130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41480354-6BBB-0908-863E-47210E45A8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898955"/>
              </p:ext>
            </p:extLst>
          </p:nvPr>
        </p:nvGraphicFramePr>
        <p:xfrm>
          <a:off x="381000" y="1194989"/>
          <a:ext cx="17303492" cy="8579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15303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A30C55-2DFF-9492-9158-715D43DB6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929A782-ED27-512D-8393-F05092A4E249}"/>
              </a:ext>
            </a:extLst>
          </p:cNvPr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F32EB52-15B3-3069-A0A3-3C94B5F43EF0}"/>
                </a:ext>
              </a:extLst>
            </p:cNvPr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7AAF4A6-BB7A-0B25-47A5-554030017C5D}"/>
                </a:ext>
              </a:extLst>
            </p:cNvPr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2C06B80-26BE-D45A-DBF4-FB91B54CEE04}"/>
              </a:ext>
            </a:extLst>
          </p:cNvPr>
          <p:cNvSpPr/>
          <p:nvPr/>
        </p:nvSpPr>
        <p:spPr>
          <a:xfrm>
            <a:off x="15857085" y="401718"/>
            <a:ext cx="1827407" cy="1117767"/>
          </a:xfrm>
          <a:custGeom>
            <a:avLst/>
            <a:gdLst/>
            <a:ahLst/>
            <a:cxnLst/>
            <a:rect l="l" t="t" r="r" b="b"/>
            <a:pathLst>
              <a:path w="1827407" h="1117767">
                <a:moveTo>
                  <a:pt x="0" y="0"/>
                </a:moveTo>
                <a:lnTo>
                  <a:pt x="1827407" y="0"/>
                </a:lnTo>
                <a:lnTo>
                  <a:pt x="1827407" y="1117767"/>
                </a:lnTo>
                <a:lnTo>
                  <a:pt x="0" y="111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623" b="-36863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F60FE35-D043-C7CC-E99C-52E7F14E7533}"/>
              </a:ext>
            </a:extLst>
          </p:cNvPr>
          <p:cNvGrpSpPr/>
          <p:nvPr/>
        </p:nvGrpSpPr>
        <p:grpSpPr>
          <a:xfrm>
            <a:off x="-502627" y="9258300"/>
            <a:ext cx="19680517" cy="1704491"/>
            <a:chOff x="0" y="0"/>
            <a:chExt cx="5183346" cy="44891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62FD4FE-7D05-1BC5-E25C-4F63B07DC9EF}"/>
                </a:ext>
              </a:extLst>
            </p:cNvPr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39F5E79-3F54-C984-34A7-B5EEA27ACEFC}"/>
                </a:ext>
              </a:extLst>
            </p:cNvPr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3209D75E-3C13-E38A-DF7F-CE2351751FDA}"/>
              </a:ext>
            </a:extLst>
          </p:cNvPr>
          <p:cNvSpPr txBox="1"/>
          <p:nvPr/>
        </p:nvSpPr>
        <p:spPr>
          <a:xfrm>
            <a:off x="17413029" y="9409430"/>
            <a:ext cx="315039" cy="685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C9F5614-A257-C3C2-37F4-820E4A62A911}"/>
              </a:ext>
            </a:extLst>
          </p:cNvPr>
          <p:cNvSpPr/>
          <p:nvPr/>
        </p:nvSpPr>
        <p:spPr>
          <a:xfrm>
            <a:off x="8380253" y="401718"/>
            <a:ext cx="1308008" cy="1308008"/>
          </a:xfrm>
          <a:custGeom>
            <a:avLst/>
            <a:gdLst/>
            <a:ahLst/>
            <a:cxnLst/>
            <a:rect l="l" t="t" r="r" b="b"/>
            <a:pathLst>
              <a:path w="1308008" h="1308008">
                <a:moveTo>
                  <a:pt x="0" y="0"/>
                </a:moveTo>
                <a:lnTo>
                  <a:pt x="1308008" y="0"/>
                </a:lnTo>
                <a:lnTo>
                  <a:pt x="1308008" y="1308008"/>
                </a:lnTo>
                <a:lnTo>
                  <a:pt x="0" y="130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AA40C7-B8A1-7818-BDB7-1C23FD03DC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000" y="1395626"/>
            <a:ext cx="12274387" cy="749313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AB5F4FE-6A19-6A55-2D61-DEC6FE75EE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4145788"/>
            <a:ext cx="7206033" cy="52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232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57085" y="401718"/>
            <a:ext cx="1827407" cy="1117767"/>
          </a:xfrm>
          <a:custGeom>
            <a:avLst/>
            <a:gdLst/>
            <a:ahLst/>
            <a:cxnLst/>
            <a:rect l="l" t="t" r="r" b="b"/>
            <a:pathLst>
              <a:path w="1827407" h="1117767">
                <a:moveTo>
                  <a:pt x="0" y="0"/>
                </a:moveTo>
                <a:lnTo>
                  <a:pt x="1827407" y="0"/>
                </a:lnTo>
                <a:lnTo>
                  <a:pt x="1827407" y="1117767"/>
                </a:lnTo>
                <a:lnTo>
                  <a:pt x="0" y="111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623" b="-36863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502627" y="9258300"/>
            <a:ext cx="19680517" cy="1704491"/>
            <a:chOff x="0" y="0"/>
            <a:chExt cx="5183346" cy="448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413029" y="9409430"/>
            <a:ext cx="315039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5</a:t>
            </a:r>
          </a:p>
        </p:txBody>
      </p:sp>
      <p:sp>
        <p:nvSpPr>
          <p:cNvPr id="10" name="Freeform 10"/>
          <p:cNvSpPr/>
          <p:nvPr/>
        </p:nvSpPr>
        <p:spPr>
          <a:xfrm>
            <a:off x="8380253" y="401718"/>
            <a:ext cx="1308008" cy="1308008"/>
          </a:xfrm>
          <a:custGeom>
            <a:avLst/>
            <a:gdLst/>
            <a:ahLst/>
            <a:cxnLst/>
            <a:rect l="l" t="t" r="r" b="b"/>
            <a:pathLst>
              <a:path w="1308008" h="1308008">
                <a:moveTo>
                  <a:pt x="0" y="0"/>
                </a:moveTo>
                <a:lnTo>
                  <a:pt x="1308008" y="0"/>
                </a:lnTo>
                <a:lnTo>
                  <a:pt x="1308008" y="1308008"/>
                </a:lnTo>
                <a:lnTo>
                  <a:pt x="0" y="130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25988" y="1802926"/>
            <a:ext cx="15544800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800AD"/>
                </a:solidFill>
                <a:latin typeface="Garamond Bold"/>
                <a:sym typeface="Garamond Bold"/>
              </a:rPr>
              <a:t>FEASIBILITY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EC213B-890C-0B0A-8464-5D5363E551BD}"/>
              </a:ext>
            </a:extLst>
          </p:cNvPr>
          <p:cNvSpPr/>
          <p:nvPr/>
        </p:nvSpPr>
        <p:spPr>
          <a:xfrm>
            <a:off x="765394" y="2859364"/>
            <a:ext cx="3048000" cy="1447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 Rounded MT Bold" panose="020F0704030504030204" pitchFamily="34" charset="0"/>
              </a:rPr>
              <a:t>Technical Feasibility </a:t>
            </a:r>
            <a:endParaRPr lang="en-IN" sz="3600" dirty="0">
              <a:latin typeface="Arial Rounded MT Bold" panose="020F07040305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9A6E4B-8021-8D6D-9E24-550E1E09160D}"/>
              </a:ext>
            </a:extLst>
          </p:cNvPr>
          <p:cNvSpPr txBox="1"/>
          <p:nvPr/>
        </p:nvSpPr>
        <p:spPr>
          <a:xfrm>
            <a:off x="304800" y="4625489"/>
            <a:ext cx="5029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Uses </a:t>
            </a:r>
            <a:r>
              <a:rPr lang="en-IN" sz="2400" b="1" dirty="0"/>
              <a:t>publicly available medical datasets</a:t>
            </a:r>
            <a:r>
              <a:rPr lang="en-IN" sz="2400" dirty="0"/>
              <a:t> (like MIMIC-IV, i2b2) — no data licensing issues.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Employs </a:t>
            </a:r>
            <a:r>
              <a:rPr lang="en-IN" sz="2400" b="1" dirty="0"/>
              <a:t>open-source LLMs and biomedical embeddings</a:t>
            </a:r>
            <a:r>
              <a:rPr lang="en-IN" sz="2400" dirty="0"/>
              <a:t> (e.g., LLaMA-3, </a:t>
            </a:r>
            <a:r>
              <a:rPr lang="en-IN" sz="2400" dirty="0" err="1"/>
              <a:t>BioClinicalBERT</a:t>
            </a:r>
            <a:r>
              <a:rPr lang="en-IN" sz="2400" dirty="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b="1" dirty="0"/>
              <a:t>Name Entity Recognition (NER)</a:t>
            </a:r>
            <a:r>
              <a:rPr lang="en-IN" sz="2400" dirty="0"/>
              <a:t> ensures accurate data structuring before embedding.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b="1" dirty="0"/>
              <a:t>Fully local deployment</a:t>
            </a:r>
            <a:r>
              <a:rPr lang="en-IN" sz="2400" dirty="0"/>
              <a:t> — the model can be stored and run </a:t>
            </a:r>
            <a:r>
              <a:rPr lang="en-IN" sz="2400" b="1" dirty="0"/>
              <a:t>offline</a:t>
            </a:r>
            <a:r>
              <a:rPr lang="en-IN" sz="2400" dirty="0"/>
              <a:t>, without cloud dependency.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A8285A6-6573-6639-7FAF-9ECD6ECE80AC}"/>
              </a:ext>
            </a:extLst>
          </p:cNvPr>
          <p:cNvSpPr/>
          <p:nvPr/>
        </p:nvSpPr>
        <p:spPr>
          <a:xfrm>
            <a:off x="6745397" y="2920769"/>
            <a:ext cx="2743200" cy="1447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Arial Rounded MT Bold" panose="020F0704030504030204" pitchFamily="34" charset="0"/>
              </a:rPr>
              <a:t>Economic Feasibility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2AC5A0-2D8C-9314-B40C-AB4150340B7C}"/>
              </a:ext>
            </a:extLst>
          </p:cNvPr>
          <p:cNvSpPr txBox="1"/>
          <p:nvPr/>
        </p:nvSpPr>
        <p:spPr>
          <a:xfrm>
            <a:off x="6011839" y="4625489"/>
            <a:ext cx="443552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No recurring cloud cost — runs on local hardware, making it affordable and sustainable.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Open-source components reduce development and maintenance expenses.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Saves clinicians’ time, improving cost-to-efficiency ratio in healthcare settings.</a:t>
            </a:r>
            <a:endParaRPr lang="en-IN" sz="2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2EEFC8F-BB44-F36A-F16B-DDBFBE2BDDF7}"/>
              </a:ext>
            </a:extLst>
          </p:cNvPr>
          <p:cNvSpPr/>
          <p:nvPr/>
        </p:nvSpPr>
        <p:spPr>
          <a:xfrm>
            <a:off x="12420600" y="2992512"/>
            <a:ext cx="2743200" cy="1447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rial Rounded MT Bold" panose="020F0704030504030204" pitchFamily="34" charset="0"/>
              </a:rPr>
              <a:t>Operational Feasibility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B8FEE6-42D7-BBA9-21BA-1C56105B0653}"/>
              </a:ext>
            </a:extLst>
          </p:cNvPr>
          <p:cNvSpPr txBox="1"/>
          <p:nvPr/>
        </p:nvSpPr>
        <p:spPr>
          <a:xfrm>
            <a:off x="11582400" y="4630189"/>
            <a:ext cx="4800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Works seamlessly even in low-connectivity or rural areas — ideal for village hospitals and clinics.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Easy integration into existing EHR systems or standalone use.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Outputs are explainable and traceable, ensuring clinical trust.</a:t>
            </a:r>
            <a:endParaRPr lang="en-IN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27508F-392E-AC3A-1171-23475C07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AE503BA-4946-AF83-B40A-CCBFDBDC8F84}"/>
              </a:ext>
            </a:extLst>
          </p:cNvPr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F39050E-82F3-74B0-B31F-501FD94EF203}"/>
                </a:ext>
              </a:extLst>
            </p:cNvPr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84300EE-5BE6-2194-AABA-94B9CB87B6D6}"/>
                </a:ext>
              </a:extLst>
            </p:cNvPr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EF5C8C5-2D80-702D-5B96-AD250C291A8C}"/>
              </a:ext>
            </a:extLst>
          </p:cNvPr>
          <p:cNvSpPr/>
          <p:nvPr/>
        </p:nvSpPr>
        <p:spPr>
          <a:xfrm>
            <a:off x="15857085" y="401718"/>
            <a:ext cx="1827407" cy="1117767"/>
          </a:xfrm>
          <a:custGeom>
            <a:avLst/>
            <a:gdLst/>
            <a:ahLst/>
            <a:cxnLst/>
            <a:rect l="l" t="t" r="r" b="b"/>
            <a:pathLst>
              <a:path w="1827407" h="1117767">
                <a:moveTo>
                  <a:pt x="0" y="0"/>
                </a:moveTo>
                <a:lnTo>
                  <a:pt x="1827407" y="0"/>
                </a:lnTo>
                <a:lnTo>
                  <a:pt x="1827407" y="1117767"/>
                </a:lnTo>
                <a:lnTo>
                  <a:pt x="0" y="111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623" b="-36863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6D24F57-3C4A-E18A-209C-56E712C961AD}"/>
              </a:ext>
            </a:extLst>
          </p:cNvPr>
          <p:cNvGrpSpPr/>
          <p:nvPr/>
        </p:nvGrpSpPr>
        <p:grpSpPr>
          <a:xfrm>
            <a:off x="-502627" y="9258300"/>
            <a:ext cx="19680517" cy="1704491"/>
            <a:chOff x="0" y="0"/>
            <a:chExt cx="5183346" cy="44891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61EA163-56AC-2760-3B20-DDCC115C6358}"/>
                </a:ext>
              </a:extLst>
            </p:cNvPr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E72166B-F4A4-7CB1-1D93-AF61F67DF862}"/>
                </a:ext>
              </a:extLst>
            </p:cNvPr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A8D4E5A8-8F40-1595-338E-7D05F0428660}"/>
              </a:ext>
            </a:extLst>
          </p:cNvPr>
          <p:cNvSpPr txBox="1"/>
          <p:nvPr/>
        </p:nvSpPr>
        <p:spPr>
          <a:xfrm>
            <a:off x="17407731" y="9409430"/>
            <a:ext cx="325636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6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3C5957E-1A5E-8728-20FA-6ED8A8198004}"/>
              </a:ext>
            </a:extLst>
          </p:cNvPr>
          <p:cNvSpPr/>
          <p:nvPr/>
        </p:nvSpPr>
        <p:spPr>
          <a:xfrm>
            <a:off x="8380253" y="401718"/>
            <a:ext cx="1308008" cy="1308008"/>
          </a:xfrm>
          <a:custGeom>
            <a:avLst/>
            <a:gdLst/>
            <a:ahLst/>
            <a:cxnLst/>
            <a:rect l="l" t="t" r="r" b="b"/>
            <a:pathLst>
              <a:path w="1308008" h="1308008">
                <a:moveTo>
                  <a:pt x="0" y="0"/>
                </a:moveTo>
                <a:lnTo>
                  <a:pt x="1308008" y="0"/>
                </a:lnTo>
                <a:lnTo>
                  <a:pt x="1308008" y="1308008"/>
                </a:lnTo>
                <a:lnTo>
                  <a:pt x="0" y="130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10006AB-FC61-1345-D893-E20E1D2792FB}"/>
              </a:ext>
            </a:extLst>
          </p:cNvPr>
          <p:cNvSpPr txBox="1"/>
          <p:nvPr/>
        </p:nvSpPr>
        <p:spPr>
          <a:xfrm>
            <a:off x="1225988" y="1802926"/>
            <a:ext cx="15544800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IMPACT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6A6800C-EA05-3E23-C564-984B68EE8DD1}"/>
              </a:ext>
            </a:extLst>
          </p:cNvPr>
          <p:cNvSpPr/>
          <p:nvPr/>
        </p:nvSpPr>
        <p:spPr>
          <a:xfrm>
            <a:off x="810960" y="3078976"/>
            <a:ext cx="3498412" cy="14438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rial Rounded MT Bold" panose="020F0704030504030204" pitchFamily="34" charset="0"/>
              </a:rPr>
              <a:t>For Clinicians</a:t>
            </a:r>
            <a:endParaRPr lang="en-IN" sz="2800" b="1" dirty="0">
              <a:latin typeface="Arial Rounded MT Bold" panose="020F070403050403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3E6CC77-A198-9EB2-E808-C61865A6901E}"/>
              </a:ext>
            </a:extLst>
          </p:cNvPr>
          <p:cNvSpPr/>
          <p:nvPr/>
        </p:nvSpPr>
        <p:spPr>
          <a:xfrm>
            <a:off x="7135560" y="3078976"/>
            <a:ext cx="3498412" cy="14438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Arial Rounded MT Bold" panose="020F0704030504030204" pitchFamily="34" charset="0"/>
              </a:rPr>
              <a:t>For Patients</a:t>
            </a:r>
            <a:endParaRPr lang="en-IN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CB310E-3B34-C261-EEE5-B4379B4321F5}"/>
              </a:ext>
            </a:extLst>
          </p:cNvPr>
          <p:cNvSpPr/>
          <p:nvPr/>
        </p:nvSpPr>
        <p:spPr>
          <a:xfrm>
            <a:off x="13736454" y="3078975"/>
            <a:ext cx="3498411" cy="14438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rial Rounded MT Bold" panose="020F0704030504030204" pitchFamily="34" charset="0"/>
              </a:rPr>
              <a:t>For Healthcare Systems</a:t>
            </a:r>
            <a:endParaRPr lang="en-IN" sz="2800" b="1" dirty="0">
              <a:latin typeface="Arial Rounded MT Bold" panose="020F07040305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A7A98F-8DE6-C504-7D70-493BF706890B}"/>
              </a:ext>
            </a:extLst>
          </p:cNvPr>
          <p:cNvSpPr txBox="1"/>
          <p:nvPr/>
        </p:nvSpPr>
        <p:spPr>
          <a:xfrm>
            <a:off x="381000" y="4800236"/>
            <a:ext cx="5410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Reduced burnout and workload through automated summarization.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Faster, more accurate decisions with AI-highlighted key findings.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Less after-hours paperwork and improved work-life balance.</a:t>
            </a:r>
            <a:endParaRPr lang="en-IN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9006DA-7804-F238-29AC-0C0E4018B315}"/>
              </a:ext>
            </a:extLst>
          </p:cNvPr>
          <p:cNvSpPr txBox="1"/>
          <p:nvPr/>
        </p:nvSpPr>
        <p:spPr>
          <a:xfrm>
            <a:off x="6570553" y="4800235"/>
            <a:ext cx="514689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Improved safety and outcomes due to fewer diagnostic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More transparent care - explainable summaries that patients can understand.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Better engagement in their treatment process.</a:t>
            </a:r>
            <a:endParaRPr lang="en-IN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DCC467-6375-C891-8070-B80F16703E07}"/>
              </a:ext>
            </a:extLst>
          </p:cNvPr>
          <p:cNvSpPr txBox="1"/>
          <p:nvPr/>
        </p:nvSpPr>
        <p:spPr>
          <a:xfrm>
            <a:off x="13047260" y="4720558"/>
            <a:ext cx="4876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Higher operational efficiency - scalable across departments.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Standardized documentation aiding compliance and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Lower costs from time savings and reduced administrative burden.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51627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57085" y="401718"/>
            <a:ext cx="1827407" cy="1117767"/>
          </a:xfrm>
          <a:custGeom>
            <a:avLst/>
            <a:gdLst/>
            <a:ahLst/>
            <a:cxnLst/>
            <a:rect l="l" t="t" r="r" b="b"/>
            <a:pathLst>
              <a:path w="1827407" h="1117767">
                <a:moveTo>
                  <a:pt x="0" y="0"/>
                </a:moveTo>
                <a:lnTo>
                  <a:pt x="1827407" y="0"/>
                </a:lnTo>
                <a:lnTo>
                  <a:pt x="1827407" y="1117767"/>
                </a:lnTo>
                <a:lnTo>
                  <a:pt x="0" y="111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623" b="-36863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502627" y="9258300"/>
            <a:ext cx="19680517" cy="1704491"/>
            <a:chOff x="0" y="0"/>
            <a:chExt cx="5183346" cy="448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407731" y="9409430"/>
            <a:ext cx="325636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7</a:t>
            </a:r>
          </a:p>
        </p:txBody>
      </p:sp>
      <p:sp>
        <p:nvSpPr>
          <p:cNvPr id="10" name="Freeform 10"/>
          <p:cNvSpPr/>
          <p:nvPr/>
        </p:nvSpPr>
        <p:spPr>
          <a:xfrm>
            <a:off x="8380253" y="401718"/>
            <a:ext cx="1308008" cy="1308008"/>
          </a:xfrm>
          <a:custGeom>
            <a:avLst/>
            <a:gdLst/>
            <a:ahLst/>
            <a:cxnLst/>
            <a:rect l="l" t="t" r="r" b="b"/>
            <a:pathLst>
              <a:path w="1308008" h="1308008">
                <a:moveTo>
                  <a:pt x="0" y="0"/>
                </a:moveTo>
                <a:lnTo>
                  <a:pt x="1308008" y="0"/>
                </a:lnTo>
                <a:lnTo>
                  <a:pt x="1308008" y="1308008"/>
                </a:lnTo>
                <a:lnTo>
                  <a:pt x="0" y="130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25988" y="1709726"/>
            <a:ext cx="15544800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TARGET AUDIENCE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CBD61162-D469-DE57-8EDA-4C2722A5BD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8" t="21956" r="1394" b="4815"/>
          <a:stretch>
            <a:fillRect/>
          </a:stretch>
        </p:blipFill>
        <p:spPr bwMode="auto">
          <a:xfrm>
            <a:off x="-137797" y="2301969"/>
            <a:ext cx="12039600" cy="695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430D90F6-3A6A-DD54-A0EC-D9C40986A7E8}"/>
              </a:ext>
            </a:extLst>
          </p:cNvPr>
          <p:cNvSpPr/>
          <p:nvPr/>
        </p:nvSpPr>
        <p:spPr>
          <a:xfrm>
            <a:off x="10896600" y="2705100"/>
            <a:ext cx="2362200" cy="1007157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Arial Rounded MT Bold" panose="020F0704030504030204" pitchFamily="34" charset="0"/>
              </a:rPr>
              <a:t>Primary Users (The Clinicians)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3694DC-F459-3700-F9CF-18EE1A3D8DD7}"/>
              </a:ext>
            </a:extLst>
          </p:cNvPr>
          <p:cNvSpPr txBox="1"/>
          <p:nvPr/>
        </p:nvSpPr>
        <p:spPr>
          <a:xfrm>
            <a:off x="11558311" y="3691436"/>
            <a:ext cx="56937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Physicians, PAs, &amp; NPs:</a:t>
            </a:r>
            <a:r>
              <a:rPr lang="en-US" sz="2000" dirty="0"/>
              <a:t> Need to reduce documentation time and get real-time diagnostic support (prioritized differential diagnoses) for faster, safer patient care.</a:t>
            </a:r>
            <a:endParaRPr lang="en-IN" sz="2000" dirty="0"/>
          </a:p>
        </p:txBody>
      </p:sp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8906352-B9FC-C343-8D08-E94FF6FE240E}"/>
              </a:ext>
            </a:extLst>
          </p:cNvPr>
          <p:cNvSpPr/>
          <p:nvPr/>
        </p:nvSpPr>
        <p:spPr>
          <a:xfrm>
            <a:off x="12230100" y="5052110"/>
            <a:ext cx="2171700" cy="1107054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Arial Rounded MT Bold" panose="020F0704030504030204" pitchFamily="34" charset="0"/>
              </a:rPr>
              <a:t>Primary Buyers (The Organizations)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0EE144-DA6A-3925-E694-FD5064034B10}"/>
              </a:ext>
            </a:extLst>
          </p:cNvPr>
          <p:cNvSpPr txBox="1"/>
          <p:nvPr/>
        </p:nvSpPr>
        <p:spPr>
          <a:xfrm>
            <a:off x="11876782" y="6222540"/>
            <a:ext cx="56937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Hospitals &amp; Health Systems:</a:t>
            </a:r>
            <a:r>
              <a:rPr lang="en-US" sz="2000" dirty="0"/>
              <a:t> Aim to improve efficiency, combat physician burnout, and reduce diagnostic errors.</a:t>
            </a:r>
            <a:endParaRPr lang="en-IN" sz="2000" dirty="0"/>
          </a:p>
        </p:txBody>
      </p:sp>
      <p:sp>
        <p:nvSpPr>
          <p:cNvPr id="17" name="Rectangle: Diagonal Corners Snipped 16">
            <a:extLst>
              <a:ext uri="{FF2B5EF4-FFF2-40B4-BE49-F238E27FC236}">
                <a16:creationId xmlns:a16="http://schemas.microsoft.com/office/drawing/2014/main" id="{EC9903C1-B822-DABB-5A3E-924D97E10D8B}"/>
              </a:ext>
            </a:extLst>
          </p:cNvPr>
          <p:cNvSpPr/>
          <p:nvPr/>
        </p:nvSpPr>
        <p:spPr>
          <a:xfrm>
            <a:off x="10668000" y="7722549"/>
            <a:ext cx="2057400" cy="906145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Arial Rounded MT Bold" panose="020F0704030504030204" pitchFamily="34" charset="0"/>
              </a:rPr>
              <a:t>Secondary Audience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8BB961-758D-DD9F-28E8-E2D51D083C96}"/>
              </a:ext>
            </a:extLst>
          </p:cNvPr>
          <p:cNvSpPr txBox="1"/>
          <p:nvPr/>
        </p:nvSpPr>
        <p:spPr>
          <a:xfrm>
            <a:off x="12725400" y="7575458"/>
            <a:ext cx="569376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EHR Vendors</a:t>
            </a:r>
            <a:r>
              <a:rPr lang="en-US" sz="2000" dirty="0"/>
              <a:t>: Integration partners.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Medical </a:t>
            </a:r>
            <a:r>
              <a:rPr lang="en-US" sz="2400" b="1" dirty="0"/>
              <a:t>Trainees</a:t>
            </a:r>
            <a:r>
              <a:rPr lang="en-US" sz="2000" dirty="0"/>
              <a:t>: Education and clinical reasoning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Coders/Payers</a:t>
            </a:r>
            <a:r>
              <a:rPr lang="en-US" sz="2000" dirty="0"/>
              <a:t>: Streamline billing and claims review.</a:t>
            </a:r>
            <a:endParaRPr lang="en-IN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57085" y="401718"/>
            <a:ext cx="1827407" cy="1117767"/>
          </a:xfrm>
          <a:custGeom>
            <a:avLst/>
            <a:gdLst/>
            <a:ahLst/>
            <a:cxnLst/>
            <a:rect l="l" t="t" r="r" b="b"/>
            <a:pathLst>
              <a:path w="1827407" h="1117767">
                <a:moveTo>
                  <a:pt x="0" y="0"/>
                </a:moveTo>
                <a:lnTo>
                  <a:pt x="1827407" y="0"/>
                </a:lnTo>
                <a:lnTo>
                  <a:pt x="1827407" y="1117767"/>
                </a:lnTo>
                <a:lnTo>
                  <a:pt x="0" y="111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623" b="-36863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502627" y="9258300"/>
            <a:ext cx="19680517" cy="1704491"/>
            <a:chOff x="0" y="0"/>
            <a:chExt cx="5183346" cy="448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409517" y="9409430"/>
            <a:ext cx="322064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8</a:t>
            </a:r>
          </a:p>
        </p:txBody>
      </p:sp>
      <p:sp>
        <p:nvSpPr>
          <p:cNvPr id="10" name="Freeform 10"/>
          <p:cNvSpPr/>
          <p:nvPr/>
        </p:nvSpPr>
        <p:spPr>
          <a:xfrm>
            <a:off x="8380253" y="401718"/>
            <a:ext cx="1308008" cy="1308008"/>
          </a:xfrm>
          <a:custGeom>
            <a:avLst/>
            <a:gdLst/>
            <a:ahLst/>
            <a:cxnLst/>
            <a:rect l="l" t="t" r="r" b="b"/>
            <a:pathLst>
              <a:path w="1308008" h="1308008">
                <a:moveTo>
                  <a:pt x="0" y="0"/>
                </a:moveTo>
                <a:lnTo>
                  <a:pt x="1308008" y="0"/>
                </a:lnTo>
                <a:lnTo>
                  <a:pt x="1308008" y="1308008"/>
                </a:lnTo>
                <a:lnTo>
                  <a:pt x="0" y="130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25988" y="1541523"/>
            <a:ext cx="15544800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NOVELTY AND INNOVATION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C8FE69-C931-0BA6-72A2-60FB8C327F96}"/>
              </a:ext>
            </a:extLst>
          </p:cNvPr>
          <p:cNvSpPr txBox="1"/>
          <p:nvPr/>
        </p:nvSpPr>
        <p:spPr>
          <a:xfrm>
            <a:off x="678542" y="2739201"/>
            <a:ext cx="14409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anose="020F0704030504030204" pitchFamily="34" charset="0"/>
              </a:rPr>
              <a:t>Name Entity Recognition (NER) </a:t>
            </a:r>
            <a:r>
              <a:rPr lang="en-US" sz="3600" dirty="0">
                <a:latin typeface="Arial Rounded MT Bold" panose="020F0704030504030204" pitchFamily="34" charset="0"/>
              </a:rPr>
              <a:t>- Driven Enhancement</a:t>
            </a:r>
            <a:endParaRPr lang="en-IN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7E0853-3D41-BD31-492F-92C0CE16A950}"/>
              </a:ext>
            </a:extLst>
          </p:cNvPr>
          <p:cNvSpPr txBox="1"/>
          <p:nvPr/>
        </p:nvSpPr>
        <p:spPr>
          <a:xfrm>
            <a:off x="830943" y="3420003"/>
            <a:ext cx="17449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Added Name Entity Recognition (NER) before embedding using a fine-tuned BERT model (i2b2 dataset).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Extracts key entities (symptoms, diagnoses, labs) to enhance retrieval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Indexes entities with embeddings - improves precision and reduces token 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Inference time reduced: 20 s to 4 s; token length reduced: 6 k to 1-2 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ACF5C9-C6A3-4AE4-74E8-E4B5927617C2}"/>
              </a:ext>
            </a:extLst>
          </p:cNvPr>
          <p:cNvSpPr txBox="1"/>
          <p:nvPr/>
        </p:nvSpPr>
        <p:spPr>
          <a:xfrm>
            <a:off x="678543" y="5394173"/>
            <a:ext cx="1036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rial Rounded MT Bold" panose="020F0704030504030204" pitchFamily="34" charset="0"/>
              </a:rPr>
              <a:t>Smarter Data Embedding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5CF4FA-4D20-854D-CD3A-8214C1FC6A15}"/>
              </a:ext>
            </a:extLst>
          </p:cNvPr>
          <p:cNvSpPr txBox="1"/>
          <p:nvPr/>
        </p:nvSpPr>
        <p:spPr>
          <a:xfrm>
            <a:off x="830943" y="6140564"/>
            <a:ext cx="15087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Unstructured data: </a:t>
            </a:r>
            <a:r>
              <a:rPr lang="en-IN" sz="2800" dirty="0"/>
              <a:t>Embedded using all-MiniLM-L6-v2 transformer.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Structured data: </a:t>
            </a:r>
            <a:r>
              <a:rPr lang="en-IN" sz="2800" dirty="0"/>
              <a:t>Converted to short canonical sentences before embedding.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Vectors (384-1024 dim) stored in </a:t>
            </a:r>
            <a:r>
              <a:rPr lang="en-IN" sz="2800" dirty="0" err="1"/>
              <a:t>ChromaDB</a:t>
            </a:r>
            <a:r>
              <a:rPr lang="en-IN" sz="2800" dirty="0"/>
              <a:t> for fast, scalable retrieval.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Uses top-k (k=5) similarity search for context precision.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4128E9-AB5F-9703-E57B-6B2290E3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CBB64BB-8C2A-7C63-5124-9338955F5691}"/>
              </a:ext>
            </a:extLst>
          </p:cNvPr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F58EEC1-1D9D-BC35-ACB9-1D2ED47F6A59}"/>
                </a:ext>
              </a:extLst>
            </p:cNvPr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8D6738C-F861-766D-8C2E-112E1F72D8E6}"/>
                </a:ext>
              </a:extLst>
            </p:cNvPr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7B6AEC4-9A35-F1F5-FFE6-DE07FCD64A18}"/>
              </a:ext>
            </a:extLst>
          </p:cNvPr>
          <p:cNvSpPr/>
          <p:nvPr/>
        </p:nvSpPr>
        <p:spPr>
          <a:xfrm>
            <a:off x="15857085" y="401718"/>
            <a:ext cx="1827407" cy="1117767"/>
          </a:xfrm>
          <a:custGeom>
            <a:avLst/>
            <a:gdLst/>
            <a:ahLst/>
            <a:cxnLst/>
            <a:rect l="l" t="t" r="r" b="b"/>
            <a:pathLst>
              <a:path w="1827407" h="1117767">
                <a:moveTo>
                  <a:pt x="0" y="0"/>
                </a:moveTo>
                <a:lnTo>
                  <a:pt x="1827407" y="0"/>
                </a:lnTo>
                <a:lnTo>
                  <a:pt x="1827407" y="1117767"/>
                </a:lnTo>
                <a:lnTo>
                  <a:pt x="0" y="111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623" b="-36863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C0E474A-F1FD-D9C7-D7AA-F3D236CFD3C5}"/>
              </a:ext>
            </a:extLst>
          </p:cNvPr>
          <p:cNvGrpSpPr/>
          <p:nvPr/>
        </p:nvGrpSpPr>
        <p:grpSpPr>
          <a:xfrm>
            <a:off x="-502627" y="9258300"/>
            <a:ext cx="19680517" cy="1704491"/>
            <a:chOff x="0" y="0"/>
            <a:chExt cx="5183346" cy="44891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F4A1F20-A996-ED8C-DE87-56E4D18AD192}"/>
                </a:ext>
              </a:extLst>
            </p:cNvPr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1A1E7AE-C368-4597-44EC-DFE70FDF50F9}"/>
                </a:ext>
              </a:extLst>
            </p:cNvPr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962B22C6-2767-A8F4-A84D-A280B9C9C221}"/>
              </a:ext>
            </a:extLst>
          </p:cNvPr>
          <p:cNvSpPr txBox="1"/>
          <p:nvPr/>
        </p:nvSpPr>
        <p:spPr>
          <a:xfrm>
            <a:off x="17409517" y="9409430"/>
            <a:ext cx="322064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9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0BBF2FF-3C0C-F4EA-8335-BB14000BA57A}"/>
              </a:ext>
            </a:extLst>
          </p:cNvPr>
          <p:cNvSpPr/>
          <p:nvPr/>
        </p:nvSpPr>
        <p:spPr>
          <a:xfrm>
            <a:off x="8380253" y="401718"/>
            <a:ext cx="1308008" cy="1308008"/>
          </a:xfrm>
          <a:custGeom>
            <a:avLst/>
            <a:gdLst/>
            <a:ahLst/>
            <a:cxnLst/>
            <a:rect l="l" t="t" r="r" b="b"/>
            <a:pathLst>
              <a:path w="1308008" h="1308008">
                <a:moveTo>
                  <a:pt x="0" y="0"/>
                </a:moveTo>
                <a:lnTo>
                  <a:pt x="1308008" y="0"/>
                </a:lnTo>
                <a:lnTo>
                  <a:pt x="1308008" y="1308008"/>
                </a:lnTo>
                <a:lnTo>
                  <a:pt x="0" y="130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C598725-1142-DFF3-984D-E49EF2452E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68866"/>
            <a:ext cx="16998123" cy="77405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F2DF07-F448-9B29-E5E6-F2BF441535ED}"/>
              </a:ext>
            </a:extLst>
          </p:cNvPr>
          <p:cNvSpPr txBox="1"/>
          <p:nvPr/>
        </p:nvSpPr>
        <p:spPr>
          <a:xfrm>
            <a:off x="685800" y="1314858"/>
            <a:ext cx="14409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anose="020F0704030504030204" pitchFamily="34" charset="0"/>
              </a:rPr>
              <a:t>Name Entity Recognition (NER) </a:t>
            </a:r>
            <a:endParaRPr lang="en-IN" sz="36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137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F54DED-6B6A-58EB-787D-AF645F417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64CE7F9-ED94-76B4-5072-DB7D3D719838}"/>
              </a:ext>
            </a:extLst>
          </p:cNvPr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4EC23E1-499E-69E0-F915-5922574882A4}"/>
                </a:ext>
              </a:extLst>
            </p:cNvPr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152C289-CDE0-8EB5-DFBD-D7AA81876560}"/>
                </a:ext>
              </a:extLst>
            </p:cNvPr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508F2D1B-8AD3-259F-6142-5A8F9ED714B7}"/>
              </a:ext>
            </a:extLst>
          </p:cNvPr>
          <p:cNvSpPr/>
          <p:nvPr/>
        </p:nvSpPr>
        <p:spPr>
          <a:xfrm>
            <a:off x="15857085" y="401718"/>
            <a:ext cx="1827407" cy="1117767"/>
          </a:xfrm>
          <a:custGeom>
            <a:avLst/>
            <a:gdLst/>
            <a:ahLst/>
            <a:cxnLst/>
            <a:rect l="l" t="t" r="r" b="b"/>
            <a:pathLst>
              <a:path w="1827407" h="1117767">
                <a:moveTo>
                  <a:pt x="0" y="0"/>
                </a:moveTo>
                <a:lnTo>
                  <a:pt x="1827407" y="0"/>
                </a:lnTo>
                <a:lnTo>
                  <a:pt x="1827407" y="1117767"/>
                </a:lnTo>
                <a:lnTo>
                  <a:pt x="0" y="111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623" b="-36863"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070C304-52C3-94F1-1E8B-DA306B2D9B6C}"/>
              </a:ext>
            </a:extLst>
          </p:cNvPr>
          <p:cNvGrpSpPr/>
          <p:nvPr/>
        </p:nvGrpSpPr>
        <p:grpSpPr>
          <a:xfrm>
            <a:off x="-502627" y="9258300"/>
            <a:ext cx="19680517" cy="1704491"/>
            <a:chOff x="0" y="0"/>
            <a:chExt cx="5183346" cy="44891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FFE5936-0201-B390-B142-F043615E9434}"/>
                </a:ext>
              </a:extLst>
            </p:cNvPr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E418811-BD16-A426-8FC9-31F507B59598}"/>
                </a:ext>
              </a:extLst>
            </p:cNvPr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03E55422-6B3B-3AF0-F490-605BF793F978}"/>
              </a:ext>
            </a:extLst>
          </p:cNvPr>
          <p:cNvSpPr txBox="1"/>
          <p:nvPr/>
        </p:nvSpPr>
        <p:spPr>
          <a:xfrm>
            <a:off x="16992601" y="9409430"/>
            <a:ext cx="713620" cy="685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10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4CCB42D-5711-A689-921D-A59D5BDE9D4D}"/>
              </a:ext>
            </a:extLst>
          </p:cNvPr>
          <p:cNvSpPr/>
          <p:nvPr/>
        </p:nvSpPr>
        <p:spPr>
          <a:xfrm>
            <a:off x="8380253" y="401718"/>
            <a:ext cx="1308008" cy="1308008"/>
          </a:xfrm>
          <a:custGeom>
            <a:avLst/>
            <a:gdLst/>
            <a:ahLst/>
            <a:cxnLst/>
            <a:rect l="l" t="t" r="r" b="b"/>
            <a:pathLst>
              <a:path w="1308008" h="1308008">
                <a:moveTo>
                  <a:pt x="0" y="0"/>
                </a:moveTo>
                <a:lnTo>
                  <a:pt x="1308008" y="0"/>
                </a:lnTo>
                <a:lnTo>
                  <a:pt x="1308008" y="1308008"/>
                </a:lnTo>
                <a:lnTo>
                  <a:pt x="0" y="130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CFC716-C0B9-7C9A-6A0F-C16F8BC65AEC}"/>
              </a:ext>
            </a:extLst>
          </p:cNvPr>
          <p:cNvSpPr txBox="1"/>
          <p:nvPr/>
        </p:nvSpPr>
        <p:spPr>
          <a:xfrm>
            <a:off x="753030" y="1519485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rial Rounded MT Bold" panose="020F0704030504030204" pitchFamily="34" charset="0"/>
              </a:rPr>
              <a:t>Query &amp; Prompt Intelligence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B7D0C9-0FBD-46E4-B30C-2037096E7226}"/>
              </a:ext>
            </a:extLst>
          </p:cNvPr>
          <p:cNvSpPr txBox="1"/>
          <p:nvPr/>
        </p:nvSpPr>
        <p:spPr>
          <a:xfrm>
            <a:off x="1066800" y="2233408"/>
            <a:ext cx="12573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Three custom templates for: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2800" dirty="0"/>
              <a:t>Patient summarization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2800" dirty="0"/>
              <a:t>Risk factor extraction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2800" dirty="0"/>
              <a:t>Diagnosis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Ensures concise, consistent, and explainable outputs.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18E326-6231-83B6-5127-C50F5AE7019F}"/>
              </a:ext>
            </a:extLst>
          </p:cNvPr>
          <p:cNvSpPr txBox="1"/>
          <p:nvPr/>
        </p:nvSpPr>
        <p:spPr>
          <a:xfrm>
            <a:off x="753030" y="4609800"/>
            <a:ext cx="845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rial Rounded MT Bold" panose="020F0704030504030204" pitchFamily="34" charset="0"/>
              </a:rPr>
              <a:t>Diverse &amp; Explainable Retrieval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47821C-7D11-3B69-D3F6-ABF2CE7442A1}"/>
              </a:ext>
            </a:extLst>
          </p:cNvPr>
          <p:cNvSpPr txBox="1"/>
          <p:nvPr/>
        </p:nvSpPr>
        <p:spPr>
          <a:xfrm>
            <a:off x="990600" y="5473123"/>
            <a:ext cx="13639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MMR-based retrieval</a:t>
            </a:r>
            <a:r>
              <a:rPr lang="en-IN" sz="2800" dirty="0"/>
              <a:t> ensures diversity of retrieved chunks.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Combines retrieved text + prompts gives rich context for LLM inference.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Outputs: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2800" dirty="0"/>
              <a:t>Structured patient summary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2800" dirty="0"/>
              <a:t>Differential diagnoses with traceable evidence from input notes.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94264F-06BF-973C-9C45-1BAAD3D73128}"/>
              </a:ext>
            </a:extLst>
          </p:cNvPr>
          <p:cNvSpPr txBox="1"/>
          <p:nvPr/>
        </p:nvSpPr>
        <p:spPr>
          <a:xfrm>
            <a:off x="11665387" y="2439778"/>
            <a:ext cx="5105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rial Rounded MT Bold" panose="020F0704030504030204" pitchFamily="34" charset="0"/>
              </a:rPr>
              <a:t>Why It’s Innovative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00F6D8-2DA6-A7E4-5FC0-05659A41BF72}"/>
              </a:ext>
            </a:extLst>
          </p:cNvPr>
          <p:cNvSpPr txBox="1"/>
          <p:nvPr/>
        </p:nvSpPr>
        <p:spPr>
          <a:xfrm>
            <a:off x="11969492" y="3292479"/>
            <a:ext cx="5715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First pipeline to merge Clinical NER + RAG + Prompt Templates.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Delivers faster, lighter, and explainable GenAI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Fully offline, ideal for low-network or rural deployments.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77261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57085" y="401718"/>
            <a:ext cx="1827407" cy="1117767"/>
          </a:xfrm>
          <a:custGeom>
            <a:avLst/>
            <a:gdLst/>
            <a:ahLst/>
            <a:cxnLst/>
            <a:rect l="l" t="t" r="r" b="b"/>
            <a:pathLst>
              <a:path w="1827407" h="1117767">
                <a:moveTo>
                  <a:pt x="0" y="0"/>
                </a:moveTo>
                <a:lnTo>
                  <a:pt x="1827407" y="0"/>
                </a:lnTo>
                <a:lnTo>
                  <a:pt x="1827407" y="1117767"/>
                </a:lnTo>
                <a:lnTo>
                  <a:pt x="0" y="111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623" b="-36863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502627" y="9258300"/>
            <a:ext cx="19680517" cy="1704491"/>
            <a:chOff x="0" y="0"/>
            <a:chExt cx="5183346" cy="448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434877" y="9409430"/>
            <a:ext cx="271343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7</a:t>
            </a:r>
          </a:p>
        </p:txBody>
      </p:sp>
      <p:sp>
        <p:nvSpPr>
          <p:cNvPr id="10" name="Freeform 10"/>
          <p:cNvSpPr/>
          <p:nvPr/>
        </p:nvSpPr>
        <p:spPr>
          <a:xfrm>
            <a:off x="8380253" y="401718"/>
            <a:ext cx="1308008" cy="1308008"/>
          </a:xfrm>
          <a:custGeom>
            <a:avLst/>
            <a:gdLst/>
            <a:ahLst/>
            <a:cxnLst/>
            <a:rect l="l" t="t" r="r" b="b"/>
            <a:pathLst>
              <a:path w="1308008" h="1308008">
                <a:moveTo>
                  <a:pt x="0" y="0"/>
                </a:moveTo>
                <a:lnTo>
                  <a:pt x="1308008" y="0"/>
                </a:lnTo>
                <a:lnTo>
                  <a:pt x="1308008" y="1308008"/>
                </a:lnTo>
                <a:lnTo>
                  <a:pt x="0" y="130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61857" y="1609323"/>
            <a:ext cx="15544800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USABILITY AND DESIRABILITY</a:t>
            </a:r>
          </a:p>
        </p:txBody>
      </p:sp>
      <p:sp>
        <p:nvSpPr>
          <p:cNvPr id="13" name="Rectangle: Top Corners One Rounded and One Snipped 12">
            <a:extLst>
              <a:ext uri="{FF2B5EF4-FFF2-40B4-BE49-F238E27FC236}">
                <a16:creationId xmlns:a16="http://schemas.microsoft.com/office/drawing/2014/main" id="{91E6EF0C-A1C8-71A6-CD06-53DD54762507}"/>
              </a:ext>
            </a:extLst>
          </p:cNvPr>
          <p:cNvSpPr/>
          <p:nvPr/>
        </p:nvSpPr>
        <p:spPr>
          <a:xfrm>
            <a:off x="5334000" y="2398173"/>
            <a:ext cx="3352800" cy="906146"/>
          </a:xfrm>
          <a:prstGeom prst="snip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 Rounded MT Bold" panose="020F0704030504030204" pitchFamily="34" charset="0"/>
              </a:rPr>
              <a:t>USABILITY</a:t>
            </a:r>
            <a:endParaRPr lang="en-IN" sz="4400" dirty="0">
              <a:latin typeface="Arial Rounded MT Bold" panose="020F070403050403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2D64092-FCA0-9C10-5B3A-DC0211DF42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" t="9886" r="2799" b="16683"/>
          <a:stretch>
            <a:fillRect/>
          </a:stretch>
        </p:blipFill>
        <p:spPr bwMode="auto">
          <a:xfrm>
            <a:off x="0" y="2576358"/>
            <a:ext cx="9646691" cy="673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55B80121-79A6-74F9-7508-1E51EEC273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73" t="10872" r="8955" b="6400"/>
          <a:stretch>
            <a:fillRect/>
          </a:stretch>
        </p:blipFill>
        <p:spPr bwMode="auto">
          <a:xfrm>
            <a:off x="8899652" y="2690599"/>
            <a:ext cx="9558778" cy="6787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Top Corners One Rounded and One Snipped 14">
            <a:extLst>
              <a:ext uri="{FF2B5EF4-FFF2-40B4-BE49-F238E27FC236}">
                <a16:creationId xmlns:a16="http://schemas.microsoft.com/office/drawing/2014/main" id="{7B4FC85C-EB57-C399-06BB-2057857824A7}"/>
              </a:ext>
            </a:extLst>
          </p:cNvPr>
          <p:cNvSpPr/>
          <p:nvPr/>
        </p:nvSpPr>
        <p:spPr>
          <a:xfrm>
            <a:off x="8743736" y="2417754"/>
            <a:ext cx="4554652" cy="906146"/>
          </a:xfrm>
          <a:prstGeom prst="snip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 Rounded MT Bold" panose="020F0704030504030204" pitchFamily="34" charset="0"/>
              </a:rPr>
              <a:t>DESIRABILITY</a:t>
            </a:r>
            <a:endParaRPr lang="en-IN" sz="440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57085" y="401718"/>
            <a:ext cx="1827407" cy="1117767"/>
          </a:xfrm>
          <a:custGeom>
            <a:avLst/>
            <a:gdLst/>
            <a:ahLst/>
            <a:cxnLst/>
            <a:rect l="l" t="t" r="r" b="b"/>
            <a:pathLst>
              <a:path w="1827407" h="1117767">
                <a:moveTo>
                  <a:pt x="0" y="0"/>
                </a:moveTo>
                <a:lnTo>
                  <a:pt x="1827407" y="0"/>
                </a:lnTo>
                <a:lnTo>
                  <a:pt x="1827407" y="1117767"/>
                </a:lnTo>
                <a:lnTo>
                  <a:pt x="0" y="111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623" b="-36863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502627" y="9258300"/>
            <a:ext cx="19680517" cy="1704491"/>
            <a:chOff x="0" y="0"/>
            <a:chExt cx="5183346" cy="448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410767" y="9409430"/>
            <a:ext cx="319564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8</a:t>
            </a:r>
          </a:p>
        </p:txBody>
      </p:sp>
      <p:sp>
        <p:nvSpPr>
          <p:cNvPr id="10" name="Freeform 10"/>
          <p:cNvSpPr/>
          <p:nvPr/>
        </p:nvSpPr>
        <p:spPr>
          <a:xfrm>
            <a:off x="8380253" y="401718"/>
            <a:ext cx="1308008" cy="1308008"/>
          </a:xfrm>
          <a:custGeom>
            <a:avLst/>
            <a:gdLst/>
            <a:ahLst/>
            <a:cxnLst/>
            <a:rect l="l" t="t" r="r" b="b"/>
            <a:pathLst>
              <a:path w="1308008" h="1308008">
                <a:moveTo>
                  <a:pt x="0" y="0"/>
                </a:moveTo>
                <a:lnTo>
                  <a:pt x="1308008" y="0"/>
                </a:lnTo>
                <a:lnTo>
                  <a:pt x="1308008" y="1308008"/>
                </a:lnTo>
                <a:lnTo>
                  <a:pt x="0" y="130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25988" y="1802926"/>
            <a:ext cx="15544800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TEAM MEMBERS WORK DISTRIBUTION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0D7EBE-B037-6CA9-A6B8-2398379DD22B}"/>
              </a:ext>
            </a:extLst>
          </p:cNvPr>
          <p:cNvSpPr txBox="1"/>
          <p:nvPr/>
        </p:nvSpPr>
        <p:spPr>
          <a:xfrm>
            <a:off x="1181100" y="3686990"/>
            <a:ext cx="655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 Rounded MT Bold" panose="020F0704030504030204" pitchFamily="34" charset="0"/>
              </a:rPr>
              <a:t>PRANJAL MISHRA</a:t>
            </a:r>
            <a:endParaRPr lang="en-IN" sz="4800" dirty="0">
              <a:latin typeface="Arial Rounded MT Bold" panose="020F07040305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46E770-07CE-EEC2-4E31-81FB896BA305}"/>
              </a:ext>
            </a:extLst>
          </p:cNvPr>
          <p:cNvSpPr txBox="1"/>
          <p:nvPr/>
        </p:nvSpPr>
        <p:spPr>
          <a:xfrm>
            <a:off x="861786" y="4442591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Data Structure Study and Presentation </a:t>
            </a:r>
            <a:endParaRPr lang="en-IN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CC468B-2845-D77F-58D5-62029489CB04}"/>
              </a:ext>
            </a:extLst>
          </p:cNvPr>
          <p:cNvSpPr txBox="1"/>
          <p:nvPr/>
        </p:nvSpPr>
        <p:spPr>
          <a:xfrm>
            <a:off x="10058400" y="5948650"/>
            <a:ext cx="655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 Rounded MT Bold" panose="020F0704030504030204" pitchFamily="34" charset="0"/>
              </a:rPr>
              <a:t>PIYUSH GUPTA</a:t>
            </a:r>
            <a:endParaRPr lang="en-IN" sz="4800" dirty="0">
              <a:latin typeface="Arial Rounded MT Bold" panose="020F07040305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AC3CBB-64DD-58C2-5585-402337A06B0D}"/>
              </a:ext>
            </a:extLst>
          </p:cNvPr>
          <p:cNvSpPr txBox="1"/>
          <p:nvPr/>
        </p:nvSpPr>
        <p:spPr>
          <a:xfrm>
            <a:off x="9713661" y="6723013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ML Flow and Architecture Design</a:t>
            </a:r>
            <a:endParaRPr lang="en-IN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70593" y="4090027"/>
            <a:ext cx="9423427" cy="2094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418"/>
              </a:lnSpc>
            </a:pPr>
            <a:r>
              <a:rPr lang="en-US" sz="16402" b="1" spc="-803">
                <a:solidFill>
                  <a:srgbClr val="3434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>
            <a:off x="15857085" y="401718"/>
            <a:ext cx="1827407" cy="1117767"/>
          </a:xfrm>
          <a:custGeom>
            <a:avLst/>
            <a:gdLst/>
            <a:ahLst/>
            <a:cxnLst/>
            <a:rect l="l" t="t" r="r" b="b"/>
            <a:pathLst>
              <a:path w="1827407" h="1117767">
                <a:moveTo>
                  <a:pt x="0" y="0"/>
                </a:moveTo>
                <a:lnTo>
                  <a:pt x="1827407" y="0"/>
                </a:lnTo>
                <a:lnTo>
                  <a:pt x="1827407" y="1117767"/>
                </a:lnTo>
                <a:lnTo>
                  <a:pt x="0" y="111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623" b="-36863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502627" y="9258300"/>
            <a:ext cx="19680517" cy="1704491"/>
            <a:chOff x="0" y="0"/>
            <a:chExt cx="5183346" cy="4489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409517" y="9409430"/>
            <a:ext cx="322064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9</a:t>
            </a:r>
          </a:p>
        </p:txBody>
      </p:sp>
      <p:sp>
        <p:nvSpPr>
          <p:cNvPr id="11" name="Freeform 11"/>
          <p:cNvSpPr/>
          <p:nvPr/>
        </p:nvSpPr>
        <p:spPr>
          <a:xfrm>
            <a:off x="8380253" y="401718"/>
            <a:ext cx="1308008" cy="1308008"/>
          </a:xfrm>
          <a:custGeom>
            <a:avLst/>
            <a:gdLst/>
            <a:ahLst/>
            <a:cxnLst/>
            <a:rect l="l" t="t" r="r" b="b"/>
            <a:pathLst>
              <a:path w="1308008" h="1308008">
                <a:moveTo>
                  <a:pt x="0" y="0"/>
                </a:moveTo>
                <a:lnTo>
                  <a:pt x="1308008" y="0"/>
                </a:lnTo>
                <a:lnTo>
                  <a:pt x="1308008" y="1308008"/>
                </a:lnTo>
                <a:lnTo>
                  <a:pt x="0" y="130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905</Words>
  <Application>Microsoft Office PowerPoint</Application>
  <PresentationFormat>Custom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Garamond Bold</vt:lpstr>
      <vt:lpstr>Calibri</vt:lpstr>
      <vt:lpstr>DM Sans Bold</vt:lpstr>
      <vt:lpstr>Arial Rounded MT Bold</vt:lpstr>
      <vt:lpstr>Wingdings</vt:lpstr>
      <vt:lpstr>Arial</vt:lpstr>
      <vt:lpstr>HK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UDBHAV INTERNAL ROUND PREESNTATION</dc:title>
  <cp:lastModifiedBy>Pranjal Mishra</cp:lastModifiedBy>
  <cp:revision>4</cp:revision>
  <dcterms:created xsi:type="dcterms:W3CDTF">2006-08-16T00:00:00Z</dcterms:created>
  <dcterms:modified xsi:type="dcterms:W3CDTF">2025-11-01T17:58:28Z</dcterms:modified>
  <dc:identifier>DAG3bqB0F0w</dc:identifier>
</cp:coreProperties>
</file>